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7" d="100"/>
          <a:sy n="57" d="100"/>
        </p:scale>
        <p:origin x="88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2727374/" TargetMode="External"/><Relationship Id="rId2" Type="http://schemas.openxmlformats.org/officeDocument/2006/relationships/hyperlink" Target="http://www.ihi.org/resources/Pages/IHIWhitePapers/Framework-Safe-Reliable-Effective-Care.aspx" TargetMode="External"/><Relationship Id="rId1" Type="http://schemas.openxmlformats.org/officeDocument/2006/relationships/hyperlink" Target="https://www.ncbi.nlm.nih.gov/pmc/articles/PMC3776514/" TargetMode="External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2727374/" TargetMode="External"/><Relationship Id="rId2" Type="http://schemas.openxmlformats.org/officeDocument/2006/relationships/hyperlink" Target="http://www.ihi.org/resources/Pages/IHIWhitePapers/Framework-Safe-Reliable-Effective-Care.aspx" TargetMode="External"/><Relationship Id="rId1" Type="http://schemas.openxmlformats.org/officeDocument/2006/relationships/hyperlink" Target="https://www.ncbi.nlm.nih.gov/pmc/articles/PMC3776514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F1E61A-57B0-4C9C-9661-5996B674AE0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3263A5-38C8-4C7A-8792-7F72AB080EFD}">
      <dgm:prSet/>
      <dgm:spPr/>
      <dgm:t>
        <a:bodyPr/>
        <a:lstStyle/>
        <a:p>
          <a:r>
            <a:rPr lang="en-US"/>
            <a:t>Definition: A Just Culture promotes accountability and learning, not punishment.</a:t>
          </a:r>
        </a:p>
      </dgm:t>
    </dgm:pt>
    <dgm:pt modelId="{8F13EA3F-33FA-447A-92D9-DFA53661B396}" type="parTrans" cxnId="{DB99671B-FCD3-410B-8A63-2B83EE09E4F5}">
      <dgm:prSet/>
      <dgm:spPr/>
      <dgm:t>
        <a:bodyPr/>
        <a:lstStyle/>
        <a:p>
          <a:endParaRPr lang="en-US"/>
        </a:p>
      </dgm:t>
    </dgm:pt>
    <dgm:pt modelId="{55563A92-A595-4191-BF40-8318B9BFE8E9}" type="sibTrans" cxnId="{DB99671B-FCD3-410B-8A63-2B83EE09E4F5}">
      <dgm:prSet/>
      <dgm:spPr/>
      <dgm:t>
        <a:bodyPr/>
        <a:lstStyle/>
        <a:p>
          <a:endParaRPr lang="en-US"/>
        </a:p>
      </dgm:t>
    </dgm:pt>
    <dgm:pt modelId="{05A42F19-57F9-4413-8FF2-48CCA3CE654E}">
      <dgm:prSet/>
      <dgm:spPr/>
      <dgm:t>
        <a:bodyPr/>
        <a:lstStyle/>
        <a:p>
          <a:r>
            <a:rPr lang="en-US" dirty="0"/>
            <a:t> Identifies system failures</a:t>
          </a:r>
        </a:p>
      </dgm:t>
    </dgm:pt>
    <dgm:pt modelId="{809EA6BF-2E06-4607-94ED-6DA5E6A46E48}" type="parTrans" cxnId="{3798363E-A9E6-4B55-9EE3-0D3987CC9DD3}">
      <dgm:prSet/>
      <dgm:spPr/>
      <dgm:t>
        <a:bodyPr/>
        <a:lstStyle/>
        <a:p>
          <a:endParaRPr lang="en-US"/>
        </a:p>
      </dgm:t>
    </dgm:pt>
    <dgm:pt modelId="{38A52E4E-6B05-4304-9B5D-DA0087F8471A}" type="sibTrans" cxnId="{3798363E-A9E6-4B55-9EE3-0D3987CC9DD3}">
      <dgm:prSet/>
      <dgm:spPr/>
      <dgm:t>
        <a:bodyPr/>
        <a:lstStyle/>
        <a:p>
          <a:endParaRPr lang="en-US"/>
        </a:p>
      </dgm:t>
    </dgm:pt>
    <dgm:pt modelId="{ECF04524-ABE3-44C4-BAAD-970E43A43EA4}">
      <dgm:prSet/>
      <dgm:spPr/>
      <dgm:t>
        <a:bodyPr/>
        <a:lstStyle/>
        <a:p>
          <a:r>
            <a:rPr lang="en-US" dirty="0"/>
            <a:t>Encourages incident reporting</a:t>
          </a:r>
        </a:p>
      </dgm:t>
    </dgm:pt>
    <dgm:pt modelId="{F130562D-DC03-4F3C-88DC-A0454593DE70}" type="parTrans" cxnId="{66D59AC1-571A-40BF-816D-AE12619D10DC}">
      <dgm:prSet/>
      <dgm:spPr/>
      <dgm:t>
        <a:bodyPr/>
        <a:lstStyle/>
        <a:p>
          <a:endParaRPr lang="en-US"/>
        </a:p>
      </dgm:t>
    </dgm:pt>
    <dgm:pt modelId="{088580B7-007D-49FF-AC78-F7E44198A465}" type="sibTrans" cxnId="{66D59AC1-571A-40BF-816D-AE12619D10DC}">
      <dgm:prSet/>
      <dgm:spPr/>
      <dgm:t>
        <a:bodyPr/>
        <a:lstStyle/>
        <a:p>
          <a:endParaRPr lang="en-US"/>
        </a:p>
      </dgm:t>
    </dgm:pt>
    <dgm:pt modelId="{526AA2A0-F687-4492-84D2-CB8C3688EC22}">
      <dgm:prSet/>
      <dgm:spPr/>
      <dgm:t>
        <a:bodyPr/>
        <a:lstStyle/>
        <a:p>
          <a:r>
            <a:rPr lang="en-US" dirty="0"/>
            <a:t> Improves safety and outcomes</a:t>
          </a:r>
        </a:p>
      </dgm:t>
    </dgm:pt>
    <dgm:pt modelId="{A344247E-0B10-4789-898F-721BECE50821}" type="parTrans" cxnId="{B771D5A9-97F8-4073-9CBA-44B4C2BABA11}">
      <dgm:prSet/>
      <dgm:spPr/>
      <dgm:t>
        <a:bodyPr/>
        <a:lstStyle/>
        <a:p>
          <a:endParaRPr lang="en-US"/>
        </a:p>
      </dgm:t>
    </dgm:pt>
    <dgm:pt modelId="{98169F74-8197-456E-B56B-A77B683A562B}" type="sibTrans" cxnId="{B771D5A9-97F8-4073-9CBA-44B4C2BABA11}">
      <dgm:prSet/>
      <dgm:spPr/>
      <dgm:t>
        <a:bodyPr/>
        <a:lstStyle/>
        <a:p>
          <a:endParaRPr lang="en-US"/>
        </a:p>
      </dgm:t>
    </dgm:pt>
    <dgm:pt modelId="{DA8B44BB-73EC-4541-BD7B-2D95C5A225FC}" type="pres">
      <dgm:prSet presAssocID="{41F1E61A-57B0-4C9C-9661-5996B674AE0C}" presName="vert0" presStyleCnt="0">
        <dgm:presLayoutVars>
          <dgm:dir/>
          <dgm:animOne val="branch"/>
          <dgm:animLvl val="lvl"/>
        </dgm:presLayoutVars>
      </dgm:prSet>
      <dgm:spPr/>
    </dgm:pt>
    <dgm:pt modelId="{F7D1DE2E-8E55-4931-86F1-04014DDEC4F0}" type="pres">
      <dgm:prSet presAssocID="{BE3263A5-38C8-4C7A-8792-7F72AB080EFD}" presName="thickLine" presStyleLbl="alignNode1" presStyleIdx="0" presStyleCnt="4"/>
      <dgm:spPr/>
    </dgm:pt>
    <dgm:pt modelId="{E121039A-7D17-409E-AE79-86E8F1DF1ED6}" type="pres">
      <dgm:prSet presAssocID="{BE3263A5-38C8-4C7A-8792-7F72AB080EFD}" presName="horz1" presStyleCnt="0"/>
      <dgm:spPr/>
    </dgm:pt>
    <dgm:pt modelId="{9F45CB93-6EE1-46F2-BEEE-B916B2E7CC8A}" type="pres">
      <dgm:prSet presAssocID="{BE3263A5-38C8-4C7A-8792-7F72AB080EFD}" presName="tx1" presStyleLbl="revTx" presStyleIdx="0" presStyleCnt="4"/>
      <dgm:spPr/>
    </dgm:pt>
    <dgm:pt modelId="{4078048C-9236-4E75-9CBC-FACD9AE3F1F2}" type="pres">
      <dgm:prSet presAssocID="{BE3263A5-38C8-4C7A-8792-7F72AB080EFD}" presName="vert1" presStyleCnt="0"/>
      <dgm:spPr/>
    </dgm:pt>
    <dgm:pt modelId="{A718E758-96C4-4036-AE5B-C36022DA51FD}" type="pres">
      <dgm:prSet presAssocID="{05A42F19-57F9-4413-8FF2-48CCA3CE654E}" presName="thickLine" presStyleLbl="alignNode1" presStyleIdx="1" presStyleCnt="4"/>
      <dgm:spPr/>
    </dgm:pt>
    <dgm:pt modelId="{51322A11-EE19-41B9-A309-36909AFA12B5}" type="pres">
      <dgm:prSet presAssocID="{05A42F19-57F9-4413-8FF2-48CCA3CE654E}" presName="horz1" presStyleCnt="0"/>
      <dgm:spPr/>
    </dgm:pt>
    <dgm:pt modelId="{8FFB80E6-6772-4532-8E6D-261501C2A02D}" type="pres">
      <dgm:prSet presAssocID="{05A42F19-57F9-4413-8FF2-48CCA3CE654E}" presName="tx1" presStyleLbl="revTx" presStyleIdx="1" presStyleCnt="4"/>
      <dgm:spPr/>
    </dgm:pt>
    <dgm:pt modelId="{4259D24D-2EE8-40F0-A23C-194BFCF5A9C5}" type="pres">
      <dgm:prSet presAssocID="{05A42F19-57F9-4413-8FF2-48CCA3CE654E}" presName="vert1" presStyleCnt="0"/>
      <dgm:spPr/>
    </dgm:pt>
    <dgm:pt modelId="{F527EFDE-0152-4E10-BBDD-F55A81C7B64A}" type="pres">
      <dgm:prSet presAssocID="{ECF04524-ABE3-44C4-BAAD-970E43A43EA4}" presName="thickLine" presStyleLbl="alignNode1" presStyleIdx="2" presStyleCnt="4"/>
      <dgm:spPr/>
    </dgm:pt>
    <dgm:pt modelId="{F985D9C4-E6BE-4FFA-8442-150DD62734C3}" type="pres">
      <dgm:prSet presAssocID="{ECF04524-ABE3-44C4-BAAD-970E43A43EA4}" presName="horz1" presStyleCnt="0"/>
      <dgm:spPr/>
    </dgm:pt>
    <dgm:pt modelId="{6A72421C-0328-47A5-B98C-1FA9B028F217}" type="pres">
      <dgm:prSet presAssocID="{ECF04524-ABE3-44C4-BAAD-970E43A43EA4}" presName="tx1" presStyleLbl="revTx" presStyleIdx="2" presStyleCnt="4"/>
      <dgm:spPr/>
    </dgm:pt>
    <dgm:pt modelId="{40883D11-E64F-43A4-84A6-E96087D4947C}" type="pres">
      <dgm:prSet presAssocID="{ECF04524-ABE3-44C4-BAAD-970E43A43EA4}" presName="vert1" presStyleCnt="0"/>
      <dgm:spPr/>
    </dgm:pt>
    <dgm:pt modelId="{284DC024-E34C-44BC-9E09-8145FDCBFD7B}" type="pres">
      <dgm:prSet presAssocID="{526AA2A0-F687-4492-84D2-CB8C3688EC22}" presName="thickLine" presStyleLbl="alignNode1" presStyleIdx="3" presStyleCnt="4"/>
      <dgm:spPr/>
    </dgm:pt>
    <dgm:pt modelId="{1A10E1E5-088F-4360-9707-AF7DCF8AF614}" type="pres">
      <dgm:prSet presAssocID="{526AA2A0-F687-4492-84D2-CB8C3688EC22}" presName="horz1" presStyleCnt="0"/>
      <dgm:spPr/>
    </dgm:pt>
    <dgm:pt modelId="{088A4833-496E-4FE0-B69F-47C3AE1ACEBD}" type="pres">
      <dgm:prSet presAssocID="{526AA2A0-F687-4492-84D2-CB8C3688EC22}" presName="tx1" presStyleLbl="revTx" presStyleIdx="3" presStyleCnt="4"/>
      <dgm:spPr/>
    </dgm:pt>
    <dgm:pt modelId="{A93A036C-8391-4D1D-BDBA-BB34D7D87E00}" type="pres">
      <dgm:prSet presAssocID="{526AA2A0-F687-4492-84D2-CB8C3688EC22}" presName="vert1" presStyleCnt="0"/>
      <dgm:spPr/>
    </dgm:pt>
  </dgm:ptLst>
  <dgm:cxnLst>
    <dgm:cxn modelId="{DB99671B-FCD3-410B-8A63-2B83EE09E4F5}" srcId="{41F1E61A-57B0-4C9C-9661-5996B674AE0C}" destId="{BE3263A5-38C8-4C7A-8792-7F72AB080EFD}" srcOrd="0" destOrd="0" parTransId="{8F13EA3F-33FA-447A-92D9-DFA53661B396}" sibTransId="{55563A92-A595-4191-BF40-8318B9BFE8E9}"/>
    <dgm:cxn modelId="{3798363E-A9E6-4B55-9EE3-0D3987CC9DD3}" srcId="{41F1E61A-57B0-4C9C-9661-5996B674AE0C}" destId="{05A42F19-57F9-4413-8FF2-48CCA3CE654E}" srcOrd="1" destOrd="0" parTransId="{809EA6BF-2E06-4607-94ED-6DA5E6A46E48}" sibTransId="{38A52E4E-6B05-4304-9B5D-DA0087F8471A}"/>
    <dgm:cxn modelId="{E055DB87-858B-42B4-9AD5-441D91DE1A51}" type="presOf" srcId="{ECF04524-ABE3-44C4-BAAD-970E43A43EA4}" destId="{6A72421C-0328-47A5-B98C-1FA9B028F217}" srcOrd="0" destOrd="0" presId="urn:microsoft.com/office/officeart/2008/layout/LinedList"/>
    <dgm:cxn modelId="{7A67689A-A1F5-4446-8AEE-7E1AF726055E}" type="presOf" srcId="{526AA2A0-F687-4492-84D2-CB8C3688EC22}" destId="{088A4833-496E-4FE0-B69F-47C3AE1ACEBD}" srcOrd="0" destOrd="0" presId="urn:microsoft.com/office/officeart/2008/layout/LinedList"/>
    <dgm:cxn modelId="{B771D5A9-97F8-4073-9CBA-44B4C2BABA11}" srcId="{41F1E61A-57B0-4C9C-9661-5996B674AE0C}" destId="{526AA2A0-F687-4492-84D2-CB8C3688EC22}" srcOrd="3" destOrd="0" parTransId="{A344247E-0B10-4789-898F-721BECE50821}" sibTransId="{98169F74-8197-456E-B56B-A77B683A562B}"/>
    <dgm:cxn modelId="{66D59AC1-571A-40BF-816D-AE12619D10DC}" srcId="{41F1E61A-57B0-4C9C-9661-5996B674AE0C}" destId="{ECF04524-ABE3-44C4-BAAD-970E43A43EA4}" srcOrd="2" destOrd="0" parTransId="{F130562D-DC03-4F3C-88DC-A0454593DE70}" sibTransId="{088580B7-007D-49FF-AC78-F7E44198A465}"/>
    <dgm:cxn modelId="{ECC248C7-1E93-42C4-ABDC-654510A7AB8D}" type="presOf" srcId="{41F1E61A-57B0-4C9C-9661-5996B674AE0C}" destId="{DA8B44BB-73EC-4541-BD7B-2D95C5A225FC}" srcOrd="0" destOrd="0" presId="urn:microsoft.com/office/officeart/2008/layout/LinedList"/>
    <dgm:cxn modelId="{4DDB93DA-1A92-449B-8759-BC0EEDDBB826}" type="presOf" srcId="{BE3263A5-38C8-4C7A-8792-7F72AB080EFD}" destId="{9F45CB93-6EE1-46F2-BEEE-B916B2E7CC8A}" srcOrd="0" destOrd="0" presId="urn:microsoft.com/office/officeart/2008/layout/LinedList"/>
    <dgm:cxn modelId="{2011B7F3-13CD-4B3A-8AE0-6412EBFC2088}" type="presOf" srcId="{05A42F19-57F9-4413-8FF2-48CCA3CE654E}" destId="{8FFB80E6-6772-4532-8E6D-261501C2A02D}" srcOrd="0" destOrd="0" presId="urn:microsoft.com/office/officeart/2008/layout/LinedList"/>
    <dgm:cxn modelId="{55339B80-8BF0-437C-A3A8-1957F014C3BF}" type="presParOf" srcId="{DA8B44BB-73EC-4541-BD7B-2D95C5A225FC}" destId="{F7D1DE2E-8E55-4931-86F1-04014DDEC4F0}" srcOrd="0" destOrd="0" presId="urn:microsoft.com/office/officeart/2008/layout/LinedList"/>
    <dgm:cxn modelId="{22B5ADD7-3535-4A4D-B084-04E92EEA7650}" type="presParOf" srcId="{DA8B44BB-73EC-4541-BD7B-2D95C5A225FC}" destId="{E121039A-7D17-409E-AE79-86E8F1DF1ED6}" srcOrd="1" destOrd="0" presId="urn:microsoft.com/office/officeart/2008/layout/LinedList"/>
    <dgm:cxn modelId="{5CE50A63-78BB-4AE9-9460-B87233F9DA2F}" type="presParOf" srcId="{E121039A-7D17-409E-AE79-86E8F1DF1ED6}" destId="{9F45CB93-6EE1-46F2-BEEE-B916B2E7CC8A}" srcOrd="0" destOrd="0" presId="urn:microsoft.com/office/officeart/2008/layout/LinedList"/>
    <dgm:cxn modelId="{A5FF1799-ADB3-4385-BB49-AA241B2C2D91}" type="presParOf" srcId="{E121039A-7D17-409E-AE79-86E8F1DF1ED6}" destId="{4078048C-9236-4E75-9CBC-FACD9AE3F1F2}" srcOrd="1" destOrd="0" presId="urn:microsoft.com/office/officeart/2008/layout/LinedList"/>
    <dgm:cxn modelId="{1F87E431-F86F-429E-BBDE-AE5AF06AEFCA}" type="presParOf" srcId="{DA8B44BB-73EC-4541-BD7B-2D95C5A225FC}" destId="{A718E758-96C4-4036-AE5B-C36022DA51FD}" srcOrd="2" destOrd="0" presId="urn:microsoft.com/office/officeart/2008/layout/LinedList"/>
    <dgm:cxn modelId="{58CE26B6-34BB-444F-ADCB-AAA9F2D219FC}" type="presParOf" srcId="{DA8B44BB-73EC-4541-BD7B-2D95C5A225FC}" destId="{51322A11-EE19-41B9-A309-36909AFA12B5}" srcOrd="3" destOrd="0" presId="urn:microsoft.com/office/officeart/2008/layout/LinedList"/>
    <dgm:cxn modelId="{A66B8F5B-B28D-4864-BD9F-23F86FA66B43}" type="presParOf" srcId="{51322A11-EE19-41B9-A309-36909AFA12B5}" destId="{8FFB80E6-6772-4532-8E6D-261501C2A02D}" srcOrd="0" destOrd="0" presId="urn:microsoft.com/office/officeart/2008/layout/LinedList"/>
    <dgm:cxn modelId="{6A03A7C2-9E67-492D-91DE-7DDC1910B575}" type="presParOf" srcId="{51322A11-EE19-41B9-A309-36909AFA12B5}" destId="{4259D24D-2EE8-40F0-A23C-194BFCF5A9C5}" srcOrd="1" destOrd="0" presId="urn:microsoft.com/office/officeart/2008/layout/LinedList"/>
    <dgm:cxn modelId="{BD5F7428-3DD8-4671-80AD-0E561E5A7583}" type="presParOf" srcId="{DA8B44BB-73EC-4541-BD7B-2D95C5A225FC}" destId="{F527EFDE-0152-4E10-BBDD-F55A81C7B64A}" srcOrd="4" destOrd="0" presId="urn:microsoft.com/office/officeart/2008/layout/LinedList"/>
    <dgm:cxn modelId="{87A39EC0-B006-4A06-856D-969C02A70CE4}" type="presParOf" srcId="{DA8B44BB-73EC-4541-BD7B-2D95C5A225FC}" destId="{F985D9C4-E6BE-4FFA-8442-150DD62734C3}" srcOrd="5" destOrd="0" presId="urn:microsoft.com/office/officeart/2008/layout/LinedList"/>
    <dgm:cxn modelId="{DFCF856E-9E7F-4A96-95AB-888D2AFC1366}" type="presParOf" srcId="{F985D9C4-E6BE-4FFA-8442-150DD62734C3}" destId="{6A72421C-0328-47A5-B98C-1FA9B028F217}" srcOrd="0" destOrd="0" presId="urn:microsoft.com/office/officeart/2008/layout/LinedList"/>
    <dgm:cxn modelId="{21A797D8-F949-44CC-A179-A03A12D5C981}" type="presParOf" srcId="{F985D9C4-E6BE-4FFA-8442-150DD62734C3}" destId="{40883D11-E64F-43A4-84A6-E96087D4947C}" srcOrd="1" destOrd="0" presId="urn:microsoft.com/office/officeart/2008/layout/LinedList"/>
    <dgm:cxn modelId="{8A770E79-9B3A-4805-B602-179984F815DF}" type="presParOf" srcId="{DA8B44BB-73EC-4541-BD7B-2D95C5A225FC}" destId="{284DC024-E34C-44BC-9E09-8145FDCBFD7B}" srcOrd="6" destOrd="0" presId="urn:microsoft.com/office/officeart/2008/layout/LinedList"/>
    <dgm:cxn modelId="{6816D6FB-F78A-4893-BB48-DD928517D454}" type="presParOf" srcId="{DA8B44BB-73EC-4541-BD7B-2D95C5A225FC}" destId="{1A10E1E5-088F-4360-9707-AF7DCF8AF614}" srcOrd="7" destOrd="0" presId="urn:microsoft.com/office/officeart/2008/layout/LinedList"/>
    <dgm:cxn modelId="{D5348F89-4759-4F88-8ADE-80DD9A242BA6}" type="presParOf" srcId="{1A10E1E5-088F-4360-9707-AF7DCF8AF614}" destId="{088A4833-496E-4FE0-B69F-47C3AE1ACEBD}" srcOrd="0" destOrd="0" presId="urn:microsoft.com/office/officeart/2008/layout/LinedList"/>
    <dgm:cxn modelId="{384CCFFA-839E-464B-9F2C-0B0EC3E9E9F1}" type="presParOf" srcId="{1A10E1E5-088F-4360-9707-AF7DCF8AF614}" destId="{A93A036C-8391-4D1D-BDBA-BB34D7D87E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201619-A12F-4BFA-AB11-B7B20F95C78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33FCF1-C76B-4D9D-94B3-8D9CA55B576F}">
      <dgm:prSet/>
      <dgm:spPr/>
      <dgm:t>
        <a:bodyPr/>
        <a:lstStyle/>
        <a:p>
          <a:r>
            <a:rPr lang="en-US"/>
            <a:t>• Builds trust and psychological safety</a:t>
          </a:r>
        </a:p>
      </dgm:t>
    </dgm:pt>
    <dgm:pt modelId="{5692899D-F3F4-4DC4-82B8-0CE2CC00D8B4}" type="parTrans" cxnId="{D8E942DB-50E6-4F68-8A8A-12C3990E9925}">
      <dgm:prSet/>
      <dgm:spPr/>
      <dgm:t>
        <a:bodyPr/>
        <a:lstStyle/>
        <a:p>
          <a:endParaRPr lang="en-US"/>
        </a:p>
      </dgm:t>
    </dgm:pt>
    <dgm:pt modelId="{A3316109-4EAE-4261-8F29-88B699DC8EDC}" type="sibTrans" cxnId="{D8E942DB-50E6-4F68-8A8A-12C3990E9925}">
      <dgm:prSet/>
      <dgm:spPr/>
      <dgm:t>
        <a:bodyPr/>
        <a:lstStyle/>
        <a:p>
          <a:endParaRPr lang="en-US"/>
        </a:p>
      </dgm:t>
    </dgm:pt>
    <dgm:pt modelId="{E4BF8874-9628-4873-81FC-4291622E2953}">
      <dgm:prSet/>
      <dgm:spPr/>
      <dgm:t>
        <a:bodyPr/>
        <a:lstStyle/>
        <a:p>
          <a:r>
            <a:rPr lang="en-US"/>
            <a:t>• Reduces errors and fear-based behavior</a:t>
          </a:r>
        </a:p>
      </dgm:t>
    </dgm:pt>
    <dgm:pt modelId="{BC66BD96-5058-46E9-9D10-6DAE9C9DD721}" type="parTrans" cxnId="{3CB3FD67-2AEF-4F9A-8FAF-355EAA635D99}">
      <dgm:prSet/>
      <dgm:spPr/>
      <dgm:t>
        <a:bodyPr/>
        <a:lstStyle/>
        <a:p>
          <a:endParaRPr lang="en-US"/>
        </a:p>
      </dgm:t>
    </dgm:pt>
    <dgm:pt modelId="{531AE7AA-EB41-494A-8A73-CEFC4F06BE88}" type="sibTrans" cxnId="{3CB3FD67-2AEF-4F9A-8FAF-355EAA635D99}">
      <dgm:prSet/>
      <dgm:spPr/>
      <dgm:t>
        <a:bodyPr/>
        <a:lstStyle/>
        <a:p>
          <a:endParaRPr lang="en-US"/>
        </a:p>
      </dgm:t>
    </dgm:pt>
    <dgm:pt modelId="{6A1F6B82-FF74-4D2F-8073-57D04FB8C1FF}">
      <dgm:prSet/>
      <dgm:spPr/>
      <dgm:t>
        <a:bodyPr/>
        <a:lstStyle/>
        <a:p>
          <a:r>
            <a:rPr lang="en-US"/>
            <a:t>• Encourages continuous improvement</a:t>
          </a:r>
        </a:p>
      </dgm:t>
    </dgm:pt>
    <dgm:pt modelId="{6FF8BF7B-B524-40A9-95B8-E0ABA6ED05CE}" type="parTrans" cxnId="{E5C4C360-3E0A-4BF2-B965-794B0D7343A2}">
      <dgm:prSet/>
      <dgm:spPr/>
      <dgm:t>
        <a:bodyPr/>
        <a:lstStyle/>
        <a:p>
          <a:endParaRPr lang="en-US"/>
        </a:p>
      </dgm:t>
    </dgm:pt>
    <dgm:pt modelId="{1D80D994-1AA2-477B-809F-D75D910C7072}" type="sibTrans" cxnId="{E5C4C360-3E0A-4BF2-B965-794B0D7343A2}">
      <dgm:prSet/>
      <dgm:spPr/>
      <dgm:t>
        <a:bodyPr/>
        <a:lstStyle/>
        <a:p>
          <a:endParaRPr lang="en-US"/>
        </a:p>
      </dgm:t>
    </dgm:pt>
    <dgm:pt modelId="{8FEC6989-4793-4737-8375-762CBA489CF1}">
      <dgm:prSet/>
      <dgm:spPr/>
      <dgm:t>
        <a:bodyPr/>
        <a:lstStyle/>
        <a:p>
          <a:r>
            <a:rPr lang="en-US"/>
            <a:t>• Critical in healthcare, IT, aviation</a:t>
          </a:r>
        </a:p>
      </dgm:t>
    </dgm:pt>
    <dgm:pt modelId="{F5D60143-C9C5-4D8E-9D23-F7B55A3839C2}" type="parTrans" cxnId="{8F2DD396-27B9-4063-9C95-13B2707EE3CF}">
      <dgm:prSet/>
      <dgm:spPr/>
      <dgm:t>
        <a:bodyPr/>
        <a:lstStyle/>
        <a:p>
          <a:endParaRPr lang="en-US"/>
        </a:p>
      </dgm:t>
    </dgm:pt>
    <dgm:pt modelId="{78BDCD08-DB40-4E06-8AC3-2BEC81E555FD}" type="sibTrans" cxnId="{8F2DD396-27B9-4063-9C95-13B2707EE3CF}">
      <dgm:prSet/>
      <dgm:spPr/>
      <dgm:t>
        <a:bodyPr/>
        <a:lstStyle/>
        <a:p>
          <a:endParaRPr lang="en-US"/>
        </a:p>
      </dgm:t>
    </dgm:pt>
    <dgm:pt modelId="{77B89CC8-F1F3-4046-BB98-73330CA7C4F0}" type="pres">
      <dgm:prSet presAssocID="{53201619-A12F-4BFA-AB11-B7B20F95C78E}" presName="linear" presStyleCnt="0">
        <dgm:presLayoutVars>
          <dgm:animLvl val="lvl"/>
          <dgm:resizeHandles val="exact"/>
        </dgm:presLayoutVars>
      </dgm:prSet>
      <dgm:spPr/>
    </dgm:pt>
    <dgm:pt modelId="{F2C06465-057A-4711-B49C-C7B16F983F5B}" type="pres">
      <dgm:prSet presAssocID="{AB33FCF1-C76B-4D9D-94B3-8D9CA55B576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6E98A4-CA6D-451D-BECF-F06B3EAA6D8E}" type="pres">
      <dgm:prSet presAssocID="{A3316109-4EAE-4261-8F29-88B699DC8EDC}" presName="spacer" presStyleCnt="0"/>
      <dgm:spPr/>
    </dgm:pt>
    <dgm:pt modelId="{5CC525DD-0C1D-42B7-A00C-D728541E45ED}" type="pres">
      <dgm:prSet presAssocID="{E4BF8874-9628-4873-81FC-4291622E295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19E066-4300-43F4-A4F7-D73100F16C24}" type="pres">
      <dgm:prSet presAssocID="{531AE7AA-EB41-494A-8A73-CEFC4F06BE88}" presName="spacer" presStyleCnt="0"/>
      <dgm:spPr/>
    </dgm:pt>
    <dgm:pt modelId="{9FCB8317-0FF5-4E9A-BE38-6218640D97D1}" type="pres">
      <dgm:prSet presAssocID="{6A1F6B82-FF74-4D2F-8073-57D04FB8C1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1E9118-18D7-4B9F-838B-EC7D0D421250}" type="pres">
      <dgm:prSet presAssocID="{1D80D994-1AA2-477B-809F-D75D910C7072}" presName="spacer" presStyleCnt="0"/>
      <dgm:spPr/>
    </dgm:pt>
    <dgm:pt modelId="{5645B507-E8CF-40DE-8238-71380E1C5CFF}" type="pres">
      <dgm:prSet presAssocID="{8FEC6989-4793-4737-8375-762CBA489C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E4AC5D-5295-49D3-9742-45F74DDCCEAA}" type="presOf" srcId="{6A1F6B82-FF74-4D2F-8073-57D04FB8C1FF}" destId="{9FCB8317-0FF5-4E9A-BE38-6218640D97D1}" srcOrd="0" destOrd="0" presId="urn:microsoft.com/office/officeart/2005/8/layout/vList2"/>
    <dgm:cxn modelId="{E5C4C360-3E0A-4BF2-B965-794B0D7343A2}" srcId="{53201619-A12F-4BFA-AB11-B7B20F95C78E}" destId="{6A1F6B82-FF74-4D2F-8073-57D04FB8C1FF}" srcOrd="2" destOrd="0" parTransId="{6FF8BF7B-B524-40A9-95B8-E0ABA6ED05CE}" sibTransId="{1D80D994-1AA2-477B-809F-D75D910C7072}"/>
    <dgm:cxn modelId="{3CB3FD67-2AEF-4F9A-8FAF-355EAA635D99}" srcId="{53201619-A12F-4BFA-AB11-B7B20F95C78E}" destId="{E4BF8874-9628-4873-81FC-4291622E2953}" srcOrd="1" destOrd="0" parTransId="{BC66BD96-5058-46E9-9D10-6DAE9C9DD721}" sibTransId="{531AE7AA-EB41-494A-8A73-CEFC4F06BE88}"/>
    <dgm:cxn modelId="{D1861971-CEDF-425F-B4CE-74F7397D4574}" type="presOf" srcId="{AB33FCF1-C76B-4D9D-94B3-8D9CA55B576F}" destId="{F2C06465-057A-4711-B49C-C7B16F983F5B}" srcOrd="0" destOrd="0" presId="urn:microsoft.com/office/officeart/2005/8/layout/vList2"/>
    <dgm:cxn modelId="{479C6E59-007C-4A25-A45F-17CFD5E79FC7}" type="presOf" srcId="{8FEC6989-4793-4737-8375-762CBA489CF1}" destId="{5645B507-E8CF-40DE-8238-71380E1C5CFF}" srcOrd="0" destOrd="0" presId="urn:microsoft.com/office/officeart/2005/8/layout/vList2"/>
    <dgm:cxn modelId="{8F2DD396-27B9-4063-9C95-13B2707EE3CF}" srcId="{53201619-A12F-4BFA-AB11-B7B20F95C78E}" destId="{8FEC6989-4793-4737-8375-762CBA489CF1}" srcOrd="3" destOrd="0" parTransId="{F5D60143-C9C5-4D8E-9D23-F7B55A3839C2}" sibTransId="{78BDCD08-DB40-4E06-8AC3-2BEC81E555FD}"/>
    <dgm:cxn modelId="{F96CAC98-15DE-467B-A49A-37B4F9FC64CE}" type="presOf" srcId="{53201619-A12F-4BFA-AB11-B7B20F95C78E}" destId="{77B89CC8-F1F3-4046-BB98-73330CA7C4F0}" srcOrd="0" destOrd="0" presId="urn:microsoft.com/office/officeart/2005/8/layout/vList2"/>
    <dgm:cxn modelId="{D8E942DB-50E6-4F68-8A8A-12C3990E9925}" srcId="{53201619-A12F-4BFA-AB11-B7B20F95C78E}" destId="{AB33FCF1-C76B-4D9D-94B3-8D9CA55B576F}" srcOrd="0" destOrd="0" parTransId="{5692899D-F3F4-4DC4-82B8-0CE2CC00D8B4}" sibTransId="{A3316109-4EAE-4261-8F29-88B699DC8EDC}"/>
    <dgm:cxn modelId="{26D36DFD-F11A-4921-B494-9594CCC8F4A8}" type="presOf" srcId="{E4BF8874-9628-4873-81FC-4291622E2953}" destId="{5CC525DD-0C1D-42B7-A00C-D728541E45ED}" srcOrd="0" destOrd="0" presId="urn:microsoft.com/office/officeart/2005/8/layout/vList2"/>
    <dgm:cxn modelId="{055B6A84-CC47-4632-BE66-6A9F424C9167}" type="presParOf" srcId="{77B89CC8-F1F3-4046-BB98-73330CA7C4F0}" destId="{F2C06465-057A-4711-B49C-C7B16F983F5B}" srcOrd="0" destOrd="0" presId="urn:microsoft.com/office/officeart/2005/8/layout/vList2"/>
    <dgm:cxn modelId="{186687E1-E604-43CE-B174-521B7023D705}" type="presParOf" srcId="{77B89CC8-F1F3-4046-BB98-73330CA7C4F0}" destId="{226E98A4-CA6D-451D-BECF-F06B3EAA6D8E}" srcOrd="1" destOrd="0" presId="urn:microsoft.com/office/officeart/2005/8/layout/vList2"/>
    <dgm:cxn modelId="{A629C690-A7B3-4CAE-8CCC-4B73D8A94559}" type="presParOf" srcId="{77B89CC8-F1F3-4046-BB98-73330CA7C4F0}" destId="{5CC525DD-0C1D-42B7-A00C-D728541E45ED}" srcOrd="2" destOrd="0" presId="urn:microsoft.com/office/officeart/2005/8/layout/vList2"/>
    <dgm:cxn modelId="{55C6C4C5-06EE-4941-A331-8751B3B121F0}" type="presParOf" srcId="{77B89CC8-F1F3-4046-BB98-73330CA7C4F0}" destId="{6A19E066-4300-43F4-A4F7-D73100F16C24}" srcOrd="3" destOrd="0" presId="urn:microsoft.com/office/officeart/2005/8/layout/vList2"/>
    <dgm:cxn modelId="{7469211A-E77B-4009-817B-3CDA5A03755E}" type="presParOf" srcId="{77B89CC8-F1F3-4046-BB98-73330CA7C4F0}" destId="{9FCB8317-0FF5-4E9A-BE38-6218640D97D1}" srcOrd="4" destOrd="0" presId="urn:microsoft.com/office/officeart/2005/8/layout/vList2"/>
    <dgm:cxn modelId="{BBAF47A9-82AF-45AE-AF45-B165D17326A7}" type="presParOf" srcId="{77B89CC8-F1F3-4046-BB98-73330CA7C4F0}" destId="{C91E9118-18D7-4B9F-838B-EC7D0D421250}" srcOrd="5" destOrd="0" presId="urn:microsoft.com/office/officeart/2005/8/layout/vList2"/>
    <dgm:cxn modelId="{AB2C797A-1DE9-4864-8832-2D25379B6540}" type="presParOf" srcId="{77B89CC8-F1F3-4046-BB98-73330CA7C4F0}" destId="{5645B507-E8CF-40DE-8238-71380E1C5C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64AB3B-CF45-4F27-AEDE-0DF547AB36FC}" type="doc">
      <dgm:prSet loTypeId="urn:microsoft.com/office/officeart/2005/8/layout/vList5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86C4A6-F50B-480F-92B1-6B69D479F4A9}">
      <dgm:prSet/>
      <dgm:spPr/>
      <dgm:t>
        <a:bodyPr/>
        <a:lstStyle/>
        <a:p>
          <a:r>
            <a:rPr lang="en-US"/>
            <a:t>1. Blame Culture</a:t>
          </a:r>
        </a:p>
      </dgm:t>
    </dgm:pt>
    <dgm:pt modelId="{5DD46B9A-99DD-4C14-8602-96890AC13790}" type="parTrans" cxnId="{AFDDBCF5-A712-463D-901A-CF571F84CE6F}">
      <dgm:prSet/>
      <dgm:spPr/>
      <dgm:t>
        <a:bodyPr/>
        <a:lstStyle/>
        <a:p>
          <a:endParaRPr lang="en-US"/>
        </a:p>
      </dgm:t>
    </dgm:pt>
    <dgm:pt modelId="{716A6A9B-FB5D-45F9-A720-7CA624CE6165}" type="sibTrans" cxnId="{AFDDBCF5-A712-463D-901A-CF571F84CE6F}">
      <dgm:prSet/>
      <dgm:spPr/>
      <dgm:t>
        <a:bodyPr/>
        <a:lstStyle/>
        <a:p>
          <a:endParaRPr lang="en-US"/>
        </a:p>
      </dgm:t>
    </dgm:pt>
    <dgm:pt modelId="{E2884350-03A3-4BEC-817F-B96FA3283DF8}">
      <dgm:prSet/>
      <dgm:spPr/>
      <dgm:t>
        <a:bodyPr/>
        <a:lstStyle/>
        <a:p>
          <a:r>
            <a:rPr lang="en-US"/>
            <a:t>2. Leadership Resistance</a:t>
          </a:r>
        </a:p>
      </dgm:t>
    </dgm:pt>
    <dgm:pt modelId="{C4068C47-E6D8-4E29-AB8B-855C01FE1E63}" type="parTrans" cxnId="{D6754C48-341A-4756-A963-79607EAAF29A}">
      <dgm:prSet/>
      <dgm:spPr/>
      <dgm:t>
        <a:bodyPr/>
        <a:lstStyle/>
        <a:p>
          <a:endParaRPr lang="en-US"/>
        </a:p>
      </dgm:t>
    </dgm:pt>
    <dgm:pt modelId="{0E9156D5-6DB1-4430-B427-BF2054A0E7B5}" type="sibTrans" cxnId="{D6754C48-341A-4756-A963-79607EAAF29A}">
      <dgm:prSet/>
      <dgm:spPr/>
      <dgm:t>
        <a:bodyPr/>
        <a:lstStyle/>
        <a:p>
          <a:endParaRPr lang="en-US"/>
        </a:p>
      </dgm:t>
    </dgm:pt>
    <dgm:pt modelId="{8203FFDF-4A50-48B2-8FD6-347562B201D9}">
      <dgm:prSet/>
      <dgm:spPr/>
      <dgm:t>
        <a:bodyPr/>
        <a:lstStyle/>
        <a:p>
          <a:r>
            <a:rPr lang="en-US"/>
            <a:t>3. Lack of Training</a:t>
          </a:r>
        </a:p>
      </dgm:t>
    </dgm:pt>
    <dgm:pt modelId="{0208ACC2-8C9A-4BA2-9423-F4234897329A}" type="parTrans" cxnId="{2B79692A-099B-48BF-AD7A-1A273F3F7E02}">
      <dgm:prSet/>
      <dgm:spPr/>
      <dgm:t>
        <a:bodyPr/>
        <a:lstStyle/>
        <a:p>
          <a:endParaRPr lang="en-US"/>
        </a:p>
      </dgm:t>
    </dgm:pt>
    <dgm:pt modelId="{25E8F065-C6E8-4FF4-8239-4EBD8064A88E}" type="sibTrans" cxnId="{2B79692A-099B-48BF-AD7A-1A273F3F7E02}">
      <dgm:prSet/>
      <dgm:spPr/>
      <dgm:t>
        <a:bodyPr/>
        <a:lstStyle/>
        <a:p>
          <a:endParaRPr lang="en-US"/>
        </a:p>
      </dgm:t>
    </dgm:pt>
    <dgm:pt modelId="{A31E1A9E-B0FE-4E04-BB61-A6352E2DDDAF}">
      <dgm:prSet/>
      <dgm:spPr/>
      <dgm:t>
        <a:bodyPr/>
        <a:lstStyle/>
        <a:p>
          <a:r>
            <a:rPr lang="en-US"/>
            <a:t>4. Fear of Legal Exposure</a:t>
          </a:r>
        </a:p>
      </dgm:t>
    </dgm:pt>
    <dgm:pt modelId="{2CB0BFF7-74B3-45DA-8B29-57025587F40B}" type="parTrans" cxnId="{7FA61FB8-2B14-4229-BC86-C0485AD528D6}">
      <dgm:prSet/>
      <dgm:spPr/>
      <dgm:t>
        <a:bodyPr/>
        <a:lstStyle/>
        <a:p>
          <a:endParaRPr lang="en-US"/>
        </a:p>
      </dgm:t>
    </dgm:pt>
    <dgm:pt modelId="{01A70FD5-6FB8-4CB6-93E1-D3FF3E117182}" type="sibTrans" cxnId="{7FA61FB8-2B14-4229-BC86-C0485AD528D6}">
      <dgm:prSet/>
      <dgm:spPr/>
      <dgm:t>
        <a:bodyPr/>
        <a:lstStyle/>
        <a:p>
          <a:endParaRPr lang="en-US"/>
        </a:p>
      </dgm:t>
    </dgm:pt>
    <dgm:pt modelId="{5E3D32D1-5661-4DCB-8AAE-A99C9D2F02C4}" type="pres">
      <dgm:prSet presAssocID="{4164AB3B-CF45-4F27-AEDE-0DF547AB36FC}" presName="Name0" presStyleCnt="0">
        <dgm:presLayoutVars>
          <dgm:dir/>
          <dgm:animLvl val="lvl"/>
          <dgm:resizeHandles val="exact"/>
        </dgm:presLayoutVars>
      </dgm:prSet>
      <dgm:spPr/>
    </dgm:pt>
    <dgm:pt modelId="{65CBCE5C-B883-4A2C-BB49-9C7CC44C5D87}" type="pres">
      <dgm:prSet presAssocID="{9386C4A6-F50B-480F-92B1-6B69D479F4A9}" presName="linNode" presStyleCnt="0"/>
      <dgm:spPr/>
    </dgm:pt>
    <dgm:pt modelId="{55D1ECA0-4182-4122-B229-077BF5F6CF3F}" type="pres">
      <dgm:prSet presAssocID="{9386C4A6-F50B-480F-92B1-6B69D479F4A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DE08A7C-A162-4F1E-A865-5B24B8A7B804}" type="pres">
      <dgm:prSet presAssocID="{716A6A9B-FB5D-45F9-A720-7CA624CE6165}" presName="sp" presStyleCnt="0"/>
      <dgm:spPr/>
    </dgm:pt>
    <dgm:pt modelId="{3820379E-2654-42CC-BD2C-56364EA85F07}" type="pres">
      <dgm:prSet presAssocID="{E2884350-03A3-4BEC-817F-B96FA3283DF8}" presName="linNode" presStyleCnt="0"/>
      <dgm:spPr/>
    </dgm:pt>
    <dgm:pt modelId="{856BE9CA-A269-4C10-8C77-DC4B3627A826}" type="pres">
      <dgm:prSet presAssocID="{E2884350-03A3-4BEC-817F-B96FA3283DF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3C5BBF2-B682-486C-B110-235C95E3E6F3}" type="pres">
      <dgm:prSet presAssocID="{0E9156D5-6DB1-4430-B427-BF2054A0E7B5}" presName="sp" presStyleCnt="0"/>
      <dgm:spPr/>
    </dgm:pt>
    <dgm:pt modelId="{ACC5BCBB-21DA-4A8A-8EA8-493F5F1A85E6}" type="pres">
      <dgm:prSet presAssocID="{8203FFDF-4A50-48B2-8FD6-347562B201D9}" presName="linNode" presStyleCnt="0"/>
      <dgm:spPr/>
    </dgm:pt>
    <dgm:pt modelId="{98195360-AB5C-4109-A2E0-11E885FF2E01}" type="pres">
      <dgm:prSet presAssocID="{8203FFDF-4A50-48B2-8FD6-347562B201D9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DF8C9EF-BD51-4425-BA9D-9E1A99F32782}" type="pres">
      <dgm:prSet presAssocID="{25E8F065-C6E8-4FF4-8239-4EBD8064A88E}" presName="sp" presStyleCnt="0"/>
      <dgm:spPr/>
    </dgm:pt>
    <dgm:pt modelId="{6CAC0B31-2F03-4750-BEAD-DF893007A48C}" type="pres">
      <dgm:prSet presAssocID="{A31E1A9E-B0FE-4E04-BB61-A6352E2DDDAF}" presName="linNode" presStyleCnt="0"/>
      <dgm:spPr/>
    </dgm:pt>
    <dgm:pt modelId="{F45A912F-E0AD-40E4-8691-226755F21529}" type="pres">
      <dgm:prSet presAssocID="{A31E1A9E-B0FE-4E04-BB61-A6352E2DDDAF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6F26FF01-D94E-4C2A-B1B9-1C5417CFDB7B}" type="presOf" srcId="{E2884350-03A3-4BEC-817F-B96FA3283DF8}" destId="{856BE9CA-A269-4C10-8C77-DC4B3627A826}" srcOrd="0" destOrd="0" presId="urn:microsoft.com/office/officeart/2005/8/layout/vList5"/>
    <dgm:cxn modelId="{6F563402-40CE-40EC-90AB-D09D16D5FF80}" type="presOf" srcId="{9386C4A6-F50B-480F-92B1-6B69D479F4A9}" destId="{55D1ECA0-4182-4122-B229-077BF5F6CF3F}" srcOrd="0" destOrd="0" presId="urn:microsoft.com/office/officeart/2005/8/layout/vList5"/>
    <dgm:cxn modelId="{2B79692A-099B-48BF-AD7A-1A273F3F7E02}" srcId="{4164AB3B-CF45-4F27-AEDE-0DF547AB36FC}" destId="{8203FFDF-4A50-48B2-8FD6-347562B201D9}" srcOrd="2" destOrd="0" parTransId="{0208ACC2-8C9A-4BA2-9423-F4234897329A}" sibTransId="{25E8F065-C6E8-4FF4-8239-4EBD8064A88E}"/>
    <dgm:cxn modelId="{D6754C48-341A-4756-A963-79607EAAF29A}" srcId="{4164AB3B-CF45-4F27-AEDE-0DF547AB36FC}" destId="{E2884350-03A3-4BEC-817F-B96FA3283DF8}" srcOrd="1" destOrd="0" parTransId="{C4068C47-E6D8-4E29-AB8B-855C01FE1E63}" sibTransId="{0E9156D5-6DB1-4430-B427-BF2054A0E7B5}"/>
    <dgm:cxn modelId="{3606BC4E-6992-4354-8029-DC0B67D8C4CF}" type="presOf" srcId="{8203FFDF-4A50-48B2-8FD6-347562B201D9}" destId="{98195360-AB5C-4109-A2E0-11E885FF2E01}" srcOrd="0" destOrd="0" presId="urn:microsoft.com/office/officeart/2005/8/layout/vList5"/>
    <dgm:cxn modelId="{762B977F-5331-4604-82B7-167190406687}" type="presOf" srcId="{4164AB3B-CF45-4F27-AEDE-0DF547AB36FC}" destId="{5E3D32D1-5661-4DCB-8AAE-A99C9D2F02C4}" srcOrd="0" destOrd="0" presId="urn:microsoft.com/office/officeart/2005/8/layout/vList5"/>
    <dgm:cxn modelId="{5A842E9F-9676-4F65-86D9-651425A737F9}" type="presOf" srcId="{A31E1A9E-B0FE-4E04-BB61-A6352E2DDDAF}" destId="{F45A912F-E0AD-40E4-8691-226755F21529}" srcOrd="0" destOrd="0" presId="urn:microsoft.com/office/officeart/2005/8/layout/vList5"/>
    <dgm:cxn modelId="{7FA61FB8-2B14-4229-BC86-C0485AD528D6}" srcId="{4164AB3B-CF45-4F27-AEDE-0DF547AB36FC}" destId="{A31E1A9E-B0FE-4E04-BB61-A6352E2DDDAF}" srcOrd="3" destOrd="0" parTransId="{2CB0BFF7-74B3-45DA-8B29-57025587F40B}" sibTransId="{01A70FD5-6FB8-4CB6-93E1-D3FF3E117182}"/>
    <dgm:cxn modelId="{AFDDBCF5-A712-463D-901A-CF571F84CE6F}" srcId="{4164AB3B-CF45-4F27-AEDE-0DF547AB36FC}" destId="{9386C4A6-F50B-480F-92B1-6B69D479F4A9}" srcOrd="0" destOrd="0" parTransId="{5DD46B9A-99DD-4C14-8602-96890AC13790}" sibTransId="{716A6A9B-FB5D-45F9-A720-7CA624CE6165}"/>
    <dgm:cxn modelId="{0CE9A59A-B310-4F2C-BAD4-41C6F223CC04}" type="presParOf" srcId="{5E3D32D1-5661-4DCB-8AAE-A99C9D2F02C4}" destId="{65CBCE5C-B883-4A2C-BB49-9C7CC44C5D87}" srcOrd="0" destOrd="0" presId="urn:microsoft.com/office/officeart/2005/8/layout/vList5"/>
    <dgm:cxn modelId="{7D4B6CB8-E128-4B43-9233-777374060F02}" type="presParOf" srcId="{65CBCE5C-B883-4A2C-BB49-9C7CC44C5D87}" destId="{55D1ECA0-4182-4122-B229-077BF5F6CF3F}" srcOrd="0" destOrd="0" presId="urn:microsoft.com/office/officeart/2005/8/layout/vList5"/>
    <dgm:cxn modelId="{A59DB208-989A-49F9-A3DB-D227C5B77F40}" type="presParOf" srcId="{5E3D32D1-5661-4DCB-8AAE-A99C9D2F02C4}" destId="{1DE08A7C-A162-4F1E-A865-5B24B8A7B804}" srcOrd="1" destOrd="0" presId="urn:microsoft.com/office/officeart/2005/8/layout/vList5"/>
    <dgm:cxn modelId="{2D95FEB3-58A7-43EF-A081-9654E1CA1C75}" type="presParOf" srcId="{5E3D32D1-5661-4DCB-8AAE-A99C9D2F02C4}" destId="{3820379E-2654-42CC-BD2C-56364EA85F07}" srcOrd="2" destOrd="0" presId="urn:microsoft.com/office/officeart/2005/8/layout/vList5"/>
    <dgm:cxn modelId="{1993F0DB-812A-433F-AAA7-36FA7EF2FE1C}" type="presParOf" srcId="{3820379E-2654-42CC-BD2C-56364EA85F07}" destId="{856BE9CA-A269-4C10-8C77-DC4B3627A826}" srcOrd="0" destOrd="0" presId="urn:microsoft.com/office/officeart/2005/8/layout/vList5"/>
    <dgm:cxn modelId="{8F3D218C-468B-4B72-8981-8753E314903C}" type="presParOf" srcId="{5E3D32D1-5661-4DCB-8AAE-A99C9D2F02C4}" destId="{83C5BBF2-B682-486C-B110-235C95E3E6F3}" srcOrd="3" destOrd="0" presId="urn:microsoft.com/office/officeart/2005/8/layout/vList5"/>
    <dgm:cxn modelId="{C264B44A-B348-4CF0-BA1A-208D4FB2E7D8}" type="presParOf" srcId="{5E3D32D1-5661-4DCB-8AAE-A99C9D2F02C4}" destId="{ACC5BCBB-21DA-4A8A-8EA8-493F5F1A85E6}" srcOrd="4" destOrd="0" presId="urn:microsoft.com/office/officeart/2005/8/layout/vList5"/>
    <dgm:cxn modelId="{69A6F362-18B6-40CE-92F7-5B78685EB394}" type="presParOf" srcId="{ACC5BCBB-21DA-4A8A-8EA8-493F5F1A85E6}" destId="{98195360-AB5C-4109-A2E0-11E885FF2E01}" srcOrd="0" destOrd="0" presId="urn:microsoft.com/office/officeart/2005/8/layout/vList5"/>
    <dgm:cxn modelId="{200232D2-F2D7-4EBD-8EE7-EF9DAA63A3F1}" type="presParOf" srcId="{5E3D32D1-5661-4DCB-8AAE-A99C9D2F02C4}" destId="{CDF8C9EF-BD51-4425-BA9D-9E1A99F32782}" srcOrd="5" destOrd="0" presId="urn:microsoft.com/office/officeart/2005/8/layout/vList5"/>
    <dgm:cxn modelId="{3FFDCAB7-1243-4CB7-8532-CB29B75B24A9}" type="presParOf" srcId="{5E3D32D1-5661-4DCB-8AAE-A99C9D2F02C4}" destId="{6CAC0B31-2F03-4750-BEAD-DF893007A48C}" srcOrd="6" destOrd="0" presId="urn:microsoft.com/office/officeart/2005/8/layout/vList5"/>
    <dgm:cxn modelId="{B4D379F6-AEFE-4324-9602-7296C555F38E}" type="presParOf" srcId="{6CAC0B31-2F03-4750-BEAD-DF893007A48C}" destId="{F45A912F-E0AD-40E4-8691-226755F2152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51028B-45B4-4ACC-8B73-3F2EB471F9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75D5A8-639B-4793-8812-7A2B77B15D05}">
      <dgm:prSet/>
      <dgm:spPr/>
      <dgm:t>
        <a:bodyPr/>
        <a:lstStyle/>
        <a:p>
          <a:r>
            <a:rPr lang="en-US"/>
            <a:t>• Hierarchy and power dynamics</a:t>
          </a:r>
        </a:p>
      </dgm:t>
    </dgm:pt>
    <dgm:pt modelId="{34F91D71-A59B-45AE-BD53-4E1E2876726D}" type="parTrans" cxnId="{AE4AB5D9-D919-438E-9DAE-11A48B453D74}">
      <dgm:prSet/>
      <dgm:spPr/>
      <dgm:t>
        <a:bodyPr/>
        <a:lstStyle/>
        <a:p>
          <a:endParaRPr lang="en-US"/>
        </a:p>
      </dgm:t>
    </dgm:pt>
    <dgm:pt modelId="{B0F7A862-D6D1-4E4F-85FF-19C6B57668F0}" type="sibTrans" cxnId="{AE4AB5D9-D919-438E-9DAE-11A48B453D74}">
      <dgm:prSet/>
      <dgm:spPr/>
      <dgm:t>
        <a:bodyPr/>
        <a:lstStyle/>
        <a:p>
          <a:endParaRPr lang="en-US"/>
        </a:p>
      </dgm:t>
    </dgm:pt>
    <dgm:pt modelId="{182819E5-4DE8-416C-B800-E179D18E7D80}">
      <dgm:prSet/>
      <dgm:spPr/>
      <dgm:t>
        <a:bodyPr/>
        <a:lstStyle/>
        <a:p>
          <a:r>
            <a:rPr lang="en-US"/>
            <a:t>• Inconsistent department practices</a:t>
          </a:r>
        </a:p>
      </dgm:t>
    </dgm:pt>
    <dgm:pt modelId="{D2BE057E-4690-4863-A501-E9E36117CD1F}" type="parTrans" cxnId="{726197F2-4F22-4ABD-800B-387EE452CE12}">
      <dgm:prSet/>
      <dgm:spPr/>
      <dgm:t>
        <a:bodyPr/>
        <a:lstStyle/>
        <a:p>
          <a:endParaRPr lang="en-US"/>
        </a:p>
      </dgm:t>
    </dgm:pt>
    <dgm:pt modelId="{41C55CBD-5C81-48E4-8384-3481030E86E9}" type="sibTrans" cxnId="{726197F2-4F22-4ABD-800B-387EE452CE12}">
      <dgm:prSet/>
      <dgm:spPr/>
      <dgm:t>
        <a:bodyPr/>
        <a:lstStyle/>
        <a:p>
          <a:endParaRPr lang="en-US"/>
        </a:p>
      </dgm:t>
    </dgm:pt>
    <dgm:pt modelId="{F9437BE2-A958-4A23-B06F-FC61DD1F94DB}">
      <dgm:prSet/>
      <dgm:spPr/>
      <dgm:t>
        <a:bodyPr/>
        <a:lstStyle/>
        <a:p>
          <a:r>
            <a:rPr lang="en-US"/>
            <a:t>• Inadequate reporting systems</a:t>
          </a:r>
        </a:p>
      </dgm:t>
    </dgm:pt>
    <dgm:pt modelId="{5D6ADE40-6C49-4CCE-945A-2627B66B26BB}" type="parTrans" cxnId="{1D23D78F-AD29-4769-828B-D4D9DDECBB63}">
      <dgm:prSet/>
      <dgm:spPr/>
      <dgm:t>
        <a:bodyPr/>
        <a:lstStyle/>
        <a:p>
          <a:endParaRPr lang="en-US"/>
        </a:p>
      </dgm:t>
    </dgm:pt>
    <dgm:pt modelId="{A2988B81-D6E5-4816-ACD5-2B39721F6D16}" type="sibTrans" cxnId="{1D23D78F-AD29-4769-828B-D4D9DDECBB63}">
      <dgm:prSet/>
      <dgm:spPr/>
      <dgm:t>
        <a:bodyPr/>
        <a:lstStyle/>
        <a:p>
          <a:endParaRPr lang="en-US"/>
        </a:p>
      </dgm:t>
    </dgm:pt>
    <dgm:pt modelId="{A72BD493-201F-45E6-8CC2-0742627546C4}">
      <dgm:prSet/>
      <dgm:spPr/>
      <dgm:t>
        <a:bodyPr/>
        <a:lstStyle/>
        <a:p>
          <a:r>
            <a:rPr lang="en-US"/>
            <a:t>• Time and resource limitations</a:t>
          </a:r>
        </a:p>
      </dgm:t>
    </dgm:pt>
    <dgm:pt modelId="{C825F244-E93E-4BC4-AF82-7A5AE2E855CC}" type="parTrans" cxnId="{35409628-6922-49F9-BB45-DECE1ED943D8}">
      <dgm:prSet/>
      <dgm:spPr/>
      <dgm:t>
        <a:bodyPr/>
        <a:lstStyle/>
        <a:p>
          <a:endParaRPr lang="en-US"/>
        </a:p>
      </dgm:t>
    </dgm:pt>
    <dgm:pt modelId="{CA1AF4C5-D527-4DA2-8ACF-466A8B99B826}" type="sibTrans" cxnId="{35409628-6922-49F9-BB45-DECE1ED943D8}">
      <dgm:prSet/>
      <dgm:spPr/>
      <dgm:t>
        <a:bodyPr/>
        <a:lstStyle/>
        <a:p>
          <a:endParaRPr lang="en-US"/>
        </a:p>
      </dgm:t>
    </dgm:pt>
    <dgm:pt modelId="{FAFEF279-5A44-414A-8BE6-48D3A6251BB9}" type="pres">
      <dgm:prSet presAssocID="{6651028B-45B4-4ACC-8B73-3F2EB471F9A0}" presName="linear" presStyleCnt="0">
        <dgm:presLayoutVars>
          <dgm:animLvl val="lvl"/>
          <dgm:resizeHandles val="exact"/>
        </dgm:presLayoutVars>
      </dgm:prSet>
      <dgm:spPr/>
    </dgm:pt>
    <dgm:pt modelId="{0A6D57EE-D5EF-4CFD-ACEC-EACB7982C846}" type="pres">
      <dgm:prSet presAssocID="{1275D5A8-639B-4793-8812-7A2B77B15D0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0D1CFE-2A6F-4DC6-88E3-D99EED631CC4}" type="pres">
      <dgm:prSet presAssocID="{B0F7A862-D6D1-4E4F-85FF-19C6B57668F0}" presName="spacer" presStyleCnt="0"/>
      <dgm:spPr/>
    </dgm:pt>
    <dgm:pt modelId="{6389EB40-2E66-4236-B7F0-58145F62C2AC}" type="pres">
      <dgm:prSet presAssocID="{182819E5-4DE8-416C-B800-E179D18E7D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988861-478C-4D69-AC7C-AE606DE4843C}" type="pres">
      <dgm:prSet presAssocID="{41C55CBD-5C81-48E4-8384-3481030E86E9}" presName="spacer" presStyleCnt="0"/>
      <dgm:spPr/>
    </dgm:pt>
    <dgm:pt modelId="{9DE26B31-9074-4F9B-AE82-B70561567BF8}" type="pres">
      <dgm:prSet presAssocID="{F9437BE2-A958-4A23-B06F-FC61DD1F94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22A4BA7-0DD3-4C12-A626-2FD3B8949449}" type="pres">
      <dgm:prSet presAssocID="{A2988B81-D6E5-4816-ACD5-2B39721F6D16}" presName="spacer" presStyleCnt="0"/>
      <dgm:spPr/>
    </dgm:pt>
    <dgm:pt modelId="{3B9953B9-B3D0-4C13-B10E-9189BF5EE6C8}" type="pres">
      <dgm:prSet presAssocID="{A72BD493-201F-45E6-8CC2-0742627546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6A9C12-1975-4158-AE15-488DCEE3A807}" type="presOf" srcId="{A72BD493-201F-45E6-8CC2-0742627546C4}" destId="{3B9953B9-B3D0-4C13-B10E-9189BF5EE6C8}" srcOrd="0" destOrd="0" presId="urn:microsoft.com/office/officeart/2005/8/layout/vList2"/>
    <dgm:cxn modelId="{35409628-6922-49F9-BB45-DECE1ED943D8}" srcId="{6651028B-45B4-4ACC-8B73-3F2EB471F9A0}" destId="{A72BD493-201F-45E6-8CC2-0742627546C4}" srcOrd="3" destOrd="0" parTransId="{C825F244-E93E-4BC4-AF82-7A5AE2E855CC}" sibTransId="{CA1AF4C5-D527-4DA2-8ACF-466A8B99B826}"/>
    <dgm:cxn modelId="{E042607E-5E60-44D1-8F66-3AAC911EA389}" type="presOf" srcId="{1275D5A8-639B-4793-8812-7A2B77B15D05}" destId="{0A6D57EE-D5EF-4CFD-ACEC-EACB7982C846}" srcOrd="0" destOrd="0" presId="urn:microsoft.com/office/officeart/2005/8/layout/vList2"/>
    <dgm:cxn modelId="{1D23D78F-AD29-4769-828B-D4D9DDECBB63}" srcId="{6651028B-45B4-4ACC-8B73-3F2EB471F9A0}" destId="{F9437BE2-A958-4A23-B06F-FC61DD1F94DB}" srcOrd="2" destOrd="0" parTransId="{5D6ADE40-6C49-4CCE-945A-2627B66B26BB}" sibTransId="{A2988B81-D6E5-4816-ACD5-2B39721F6D16}"/>
    <dgm:cxn modelId="{3695BE9D-207B-4F8A-86D7-A47FDA699F1D}" type="presOf" srcId="{6651028B-45B4-4ACC-8B73-3F2EB471F9A0}" destId="{FAFEF279-5A44-414A-8BE6-48D3A6251BB9}" srcOrd="0" destOrd="0" presId="urn:microsoft.com/office/officeart/2005/8/layout/vList2"/>
    <dgm:cxn modelId="{8C82A1CB-940F-421F-9EB4-D0F5D2519C2A}" type="presOf" srcId="{182819E5-4DE8-416C-B800-E179D18E7D80}" destId="{6389EB40-2E66-4236-B7F0-58145F62C2AC}" srcOrd="0" destOrd="0" presId="urn:microsoft.com/office/officeart/2005/8/layout/vList2"/>
    <dgm:cxn modelId="{AE4AB5D9-D919-438E-9DAE-11A48B453D74}" srcId="{6651028B-45B4-4ACC-8B73-3F2EB471F9A0}" destId="{1275D5A8-639B-4793-8812-7A2B77B15D05}" srcOrd="0" destOrd="0" parTransId="{34F91D71-A59B-45AE-BD53-4E1E2876726D}" sibTransId="{B0F7A862-D6D1-4E4F-85FF-19C6B57668F0}"/>
    <dgm:cxn modelId="{1EC766DB-7F75-4744-8371-59819E9501EA}" type="presOf" srcId="{F9437BE2-A958-4A23-B06F-FC61DD1F94DB}" destId="{9DE26B31-9074-4F9B-AE82-B70561567BF8}" srcOrd="0" destOrd="0" presId="urn:microsoft.com/office/officeart/2005/8/layout/vList2"/>
    <dgm:cxn modelId="{726197F2-4F22-4ABD-800B-387EE452CE12}" srcId="{6651028B-45B4-4ACC-8B73-3F2EB471F9A0}" destId="{182819E5-4DE8-416C-B800-E179D18E7D80}" srcOrd="1" destOrd="0" parTransId="{D2BE057E-4690-4863-A501-E9E36117CD1F}" sibTransId="{41C55CBD-5C81-48E4-8384-3481030E86E9}"/>
    <dgm:cxn modelId="{264DEB84-313E-4E2E-9B13-58C7E8020F66}" type="presParOf" srcId="{FAFEF279-5A44-414A-8BE6-48D3A6251BB9}" destId="{0A6D57EE-D5EF-4CFD-ACEC-EACB7982C846}" srcOrd="0" destOrd="0" presId="urn:microsoft.com/office/officeart/2005/8/layout/vList2"/>
    <dgm:cxn modelId="{47F6C82E-579D-44A5-8E47-2C3AA148469A}" type="presParOf" srcId="{FAFEF279-5A44-414A-8BE6-48D3A6251BB9}" destId="{A50D1CFE-2A6F-4DC6-88E3-D99EED631CC4}" srcOrd="1" destOrd="0" presId="urn:microsoft.com/office/officeart/2005/8/layout/vList2"/>
    <dgm:cxn modelId="{1FBCD1B3-9CCD-460A-9D53-CD6E2379C60F}" type="presParOf" srcId="{FAFEF279-5A44-414A-8BE6-48D3A6251BB9}" destId="{6389EB40-2E66-4236-B7F0-58145F62C2AC}" srcOrd="2" destOrd="0" presId="urn:microsoft.com/office/officeart/2005/8/layout/vList2"/>
    <dgm:cxn modelId="{89471F2F-F42D-4DA6-A46B-7B250B3DF077}" type="presParOf" srcId="{FAFEF279-5A44-414A-8BE6-48D3A6251BB9}" destId="{9C988861-478C-4D69-AC7C-AE606DE4843C}" srcOrd="3" destOrd="0" presId="urn:microsoft.com/office/officeart/2005/8/layout/vList2"/>
    <dgm:cxn modelId="{EDBADA22-61DA-4E3E-AF1D-63DF42E605A6}" type="presParOf" srcId="{FAFEF279-5A44-414A-8BE6-48D3A6251BB9}" destId="{9DE26B31-9074-4F9B-AE82-B70561567BF8}" srcOrd="4" destOrd="0" presId="urn:microsoft.com/office/officeart/2005/8/layout/vList2"/>
    <dgm:cxn modelId="{9D968FF8-6563-4898-9B94-2B50381DA6E7}" type="presParOf" srcId="{FAFEF279-5A44-414A-8BE6-48D3A6251BB9}" destId="{922A4BA7-0DD3-4C12-A626-2FD3B8949449}" srcOrd="5" destOrd="0" presId="urn:microsoft.com/office/officeart/2005/8/layout/vList2"/>
    <dgm:cxn modelId="{E6561AE5-FF82-49AD-9EAB-A6FE0ED3328E}" type="presParOf" srcId="{FAFEF279-5A44-414A-8BE6-48D3A6251BB9}" destId="{3B9953B9-B3D0-4C13-B10E-9189BF5EE6C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9934BE-8AAE-426C-89B2-9E43AEE154B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5D1321-92C2-4E99-8A3C-F213A3556BC1}">
      <dgm:prSet/>
      <dgm:spPr/>
      <dgm:t>
        <a:bodyPr/>
        <a:lstStyle/>
        <a:p>
          <a:r>
            <a:rPr lang="en-US"/>
            <a:t>• Fear of retaliation</a:t>
          </a:r>
        </a:p>
      </dgm:t>
    </dgm:pt>
    <dgm:pt modelId="{99BF6807-312F-4CC3-BB9F-C705B984AD49}" type="parTrans" cxnId="{C1FB95AA-B074-4C89-8784-6BF18555B146}">
      <dgm:prSet/>
      <dgm:spPr/>
      <dgm:t>
        <a:bodyPr/>
        <a:lstStyle/>
        <a:p>
          <a:endParaRPr lang="en-US"/>
        </a:p>
      </dgm:t>
    </dgm:pt>
    <dgm:pt modelId="{C56A02D4-7819-47D3-B6EE-41FF31C48004}" type="sibTrans" cxnId="{C1FB95AA-B074-4C89-8784-6BF18555B146}">
      <dgm:prSet/>
      <dgm:spPr/>
      <dgm:t>
        <a:bodyPr/>
        <a:lstStyle/>
        <a:p>
          <a:endParaRPr lang="en-US"/>
        </a:p>
      </dgm:t>
    </dgm:pt>
    <dgm:pt modelId="{4836B499-03E0-4B16-ACBD-2D5646E7F8C2}">
      <dgm:prSet/>
      <dgm:spPr/>
      <dgm:t>
        <a:bodyPr/>
        <a:lstStyle/>
        <a:p>
          <a:r>
            <a:rPr lang="en-US"/>
            <a:t>• Lack of team trust</a:t>
          </a:r>
        </a:p>
      </dgm:t>
    </dgm:pt>
    <dgm:pt modelId="{F9F20368-989A-4CBF-9A18-2D4206D5EAE3}" type="parTrans" cxnId="{98FCA8D5-9C3D-4FE3-869F-090C632C1C5C}">
      <dgm:prSet/>
      <dgm:spPr/>
      <dgm:t>
        <a:bodyPr/>
        <a:lstStyle/>
        <a:p>
          <a:endParaRPr lang="en-US"/>
        </a:p>
      </dgm:t>
    </dgm:pt>
    <dgm:pt modelId="{558E6EC7-D41F-49E2-9466-12C806057F3A}" type="sibTrans" cxnId="{98FCA8D5-9C3D-4FE3-869F-090C632C1C5C}">
      <dgm:prSet/>
      <dgm:spPr/>
      <dgm:t>
        <a:bodyPr/>
        <a:lstStyle/>
        <a:p>
          <a:endParaRPr lang="en-US"/>
        </a:p>
      </dgm:t>
    </dgm:pt>
    <dgm:pt modelId="{88750947-F46C-48C9-B19A-107D07A98471}">
      <dgm:prSet/>
      <dgm:spPr/>
      <dgm:t>
        <a:bodyPr/>
        <a:lstStyle/>
        <a:p>
          <a:r>
            <a:rPr lang="en-US"/>
            <a:t>• Unfair investigation perceptions</a:t>
          </a:r>
        </a:p>
      </dgm:t>
    </dgm:pt>
    <dgm:pt modelId="{F58DA591-DD93-408A-9D7B-5E463D1B899F}" type="parTrans" cxnId="{851B0FEB-0924-4205-8735-733D91EB8023}">
      <dgm:prSet/>
      <dgm:spPr/>
      <dgm:t>
        <a:bodyPr/>
        <a:lstStyle/>
        <a:p>
          <a:endParaRPr lang="en-US"/>
        </a:p>
      </dgm:t>
    </dgm:pt>
    <dgm:pt modelId="{2B016027-27D5-48DE-BF47-DC48B2075132}" type="sibTrans" cxnId="{851B0FEB-0924-4205-8735-733D91EB8023}">
      <dgm:prSet/>
      <dgm:spPr/>
      <dgm:t>
        <a:bodyPr/>
        <a:lstStyle/>
        <a:p>
          <a:endParaRPr lang="en-US"/>
        </a:p>
      </dgm:t>
    </dgm:pt>
    <dgm:pt modelId="{0767EF07-F78A-4F6E-9951-2708899EECEE}">
      <dgm:prSet/>
      <dgm:spPr/>
      <dgm:t>
        <a:bodyPr/>
        <a:lstStyle/>
        <a:p>
          <a:r>
            <a:rPr lang="en-US"/>
            <a:t>• Peer pressure and stigma</a:t>
          </a:r>
        </a:p>
      </dgm:t>
    </dgm:pt>
    <dgm:pt modelId="{9B8ECF31-06D9-4F32-B1B4-06E83C5C5F1B}" type="parTrans" cxnId="{298CD184-2D52-42A4-9237-FCE727CE6991}">
      <dgm:prSet/>
      <dgm:spPr/>
      <dgm:t>
        <a:bodyPr/>
        <a:lstStyle/>
        <a:p>
          <a:endParaRPr lang="en-US"/>
        </a:p>
      </dgm:t>
    </dgm:pt>
    <dgm:pt modelId="{C67255DA-95E2-4226-8439-0DEB14123A9A}" type="sibTrans" cxnId="{298CD184-2D52-42A4-9237-FCE727CE6991}">
      <dgm:prSet/>
      <dgm:spPr/>
      <dgm:t>
        <a:bodyPr/>
        <a:lstStyle/>
        <a:p>
          <a:endParaRPr lang="en-US"/>
        </a:p>
      </dgm:t>
    </dgm:pt>
    <dgm:pt modelId="{931AE3CE-657A-446B-AC3A-89567FED00D0}" type="pres">
      <dgm:prSet presAssocID="{1C9934BE-8AAE-426C-89B2-9E43AEE154B0}" presName="diagram" presStyleCnt="0">
        <dgm:presLayoutVars>
          <dgm:dir/>
          <dgm:resizeHandles val="exact"/>
        </dgm:presLayoutVars>
      </dgm:prSet>
      <dgm:spPr/>
    </dgm:pt>
    <dgm:pt modelId="{BF4C956B-6E01-410B-9DCB-B74C2673476D}" type="pres">
      <dgm:prSet presAssocID="{3B5D1321-92C2-4E99-8A3C-F213A3556BC1}" presName="node" presStyleLbl="node1" presStyleIdx="0" presStyleCnt="4">
        <dgm:presLayoutVars>
          <dgm:bulletEnabled val="1"/>
        </dgm:presLayoutVars>
      </dgm:prSet>
      <dgm:spPr/>
    </dgm:pt>
    <dgm:pt modelId="{CB480838-B840-49E5-9D3A-7844B58595BF}" type="pres">
      <dgm:prSet presAssocID="{C56A02D4-7819-47D3-B6EE-41FF31C48004}" presName="sibTrans" presStyleCnt="0"/>
      <dgm:spPr/>
    </dgm:pt>
    <dgm:pt modelId="{EBBB90B8-10FD-4F08-ABD3-4AC5ACAC4168}" type="pres">
      <dgm:prSet presAssocID="{4836B499-03E0-4B16-ACBD-2D5646E7F8C2}" presName="node" presStyleLbl="node1" presStyleIdx="1" presStyleCnt="4">
        <dgm:presLayoutVars>
          <dgm:bulletEnabled val="1"/>
        </dgm:presLayoutVars>
      </dgm:prSet>
      <dgm:spPr/>
    </dgm:pt>
    <dgm:pt modelId="{1E3E8AE3-6629-4018-BFE3-A9A03AA621B9}" type="pres">
      <dgm:prSet presAssocID="{558E6EC7-D41F-49E2-9466-12C806057F3A}" presName="sibTrans" presStyleCnt="0"/>
      <dgm:spPr/>
    </dgm:pt>
    <dgm:pt modelId="{2741FA02-7F4B-41BF-A871-C9EC5930E863}" type="pres">
      <dgm:prSet presAssocID="{88750947-F46C-48C9-B19A-107D07A98471}" presName="node" presStyleLbl="node1" presStyleIdx="2" presStyleCnt="4">
        <dgm:presLayoutVars>
          <dgm:bulletEnabled val="1"/>
        </dgm:presLayoutVars>
      </dgm:prSet>
      <dgm:spPr/>
    </dgm:pt>
    <dgm:pt modelId="{BCA28D37-6E7D-4B77-B392-0D0632CE75B1}" type="pres">
      <dgm:prSet presAssocID="{2B016027-27D5-48DE-BF47-DC48B2075132}" presName="sibTrans" presStyleCnt="0"/>
      <dgm:spPr/>
    </dgm:pt>
    <dgm:pt modelId="{7A0E579B-ED1F-497B-BA62-9B4F61F8EF63}" type="pres">
      <dgm:prSet presAssocID="{0767EF07-F78A-4F6E-9951-2708899EECEE}" presName="node" presStyleLbl="node1" presStyleIdx="3" presStyleCnt="4">
        <dgm:presLayoutVars>
          <dgm:bulletEnabled val="1"/>
        </dgm:presLayoutVars>
      </dgm:prSet>
      <dgm:spPr/>
    </dgm:pt>
  </dgm:ptLst>
  <dgm:cxnLst>
    <dgm:cxn modelId="{BBA8B01F-1E16-4A7B-95CA-089119B63613}" type="presOf" srcId="{88750947-F46C-48C9-B19A-107D07A98471}" destId="{2741FA02-7F4B-41BF-A871-C9EC5930E863}" srcOrd="0" destOrd="0" presId="urn:microsoft.com/office/officeart/2005/8/layout/default"/>
    <dgm:cxn modelId="{C84CCF25-E055-4E3A-9B4E-7956913A46F9}" type="presOf" srcId="{4836B499-03E0-4B16-ACBD-2D5646E7F8C2}" destId="{EBBB90B8-10FD-4F08-ABD3-4AC5ACAC4168}" srcOrd="0" destOrd="0" presId="urn:microsoft.com/office/officeart/2005/8/layout/default"/>
    <dgm:cxn modelId="{CAB91247-5244-4054-89BA-24030A281EC6}" type="presOf" srcId="{3B5D1321-92C2-4E99-8A3C-F213A3556BC1}" destId="{BF4C956B-6E01-410B-9DCB-B74C2673476D}" srcOrd="0" destOrd="0" presId="urn:microsoft.com/office/officeart/2005/8/layout/default"/>
    <dgm:cxn modelId="{298CD184-2D52-42A4-9237-FCE727CE6991}" srcId="{1C9934BE-8AAE-426C-89B2-9E43AEE154B0}" destId="{0767EF07-F78A-4F6E-9951-2708899EECEE}" srcOrd="3" destOrd="0" parTransId="{9B8ECF31-06D9-4F32-B1B4-06E83C5C5F1B}" sibTransId="{C67255DA-95E2-4226-8439-0DEB14123A9A}"/>
    <dgm:cxn modelId="{7D9F6D88-5E06-487D-9A47-A7AC6B1DDF50}" type="presOf" srcId="{1C9934BE-8AAE-426C-89B2-9E43AEE154B0}" destId="{931AE3CE-657A-446B-AC3A-89567FED00D0}" srcOrd="0" destOrd="0" presId="urn:microsoft.com/office/officeart/2005/8/layout/default"/>
    <dgm:cxn modelId="{BD41EB8F-411D-44C7-90F3-2182E269D588}" type="presOf" srcId="{0767EF07-F78A-4F6E-9951-2708899EECEE}" destId="{7A0E579B-ED1F-497B-BA62-9B4F61F8EF63}" srcOrd="0" destOrd="0" presId="urn:microsoft.com/office/officeart/2005/8/layout/default"/>
    <dgm:cxn modelId="{C1FB95AA-B074-4C89-8784-6BF18555B146}" srcId="{1C9934BE-8AAE-426C-89B2-9E43AEE154B0}" destId="{3B5D1321-92C2-4E99-8A3C-F213A3556BC1}" srcOrd="0" destOrd="0" parTransId="{99BF6807-312F-4CC3-BB9F-C705B984AD49}" sibTransId="{C56A02D4-7819-47D3-B6EE-41FF31C48004}"/>
    <dgm:cxn modelId="{98FCA8D5-9C3D-4FE3-869F-090C632C1C5C}" srcId="{1C9934BE-8AAE-426C-89B2-9E43AEE154B0}" destId="{4836B499-03E0-4B16-ACBD-2D5646E7F8C2}" srcOrd="1" destOrd="0" parTransId="{F9F20368-989A-4CBF-9A18-2D4206D5EAE3}" sibTransId="{558E6EC7-D41F-49E2-9466-12C806057F3A}"/>
    <dgm:cxn modelId="{851B0FEB-0924-4205-8735-733D91EB8023}" srcId="{1C9934BE-8AAE-426C-89B2-9E43AEE154B0}" destId="{88750947-F46C-48C9-B19A-107D07A98471}" srcOrd="2" destOrd="0" parTransId="{F58DA591-DD93-408A-9D7B-5E463D1B899F}" sibTransId="{2B016027-27D5-48DE-BF47-DC48B2075132}"/>
    <dgm:cxn modelId="{0678A35D-5A0D-4967-9898-DE492E039991}" type="presParOf" srcId="{931AE3CE-657A-446B-AC3A-89567FED00D0}" destId="{BF4C956B-6E01-410B-9DCB-B74C2673476D}" srcOrd="0" destOrd="0" presId="urn:microsoft.com/office/officeart/2005/8/layout/default"/>
    <dgm:cxn modelId="{3CBDB998-6F78-4269-975C-F342C426CF12}" type="presParOf" srcId="{931AE3CE-657A-446B-AC3A-89567FED00D0}" destId="{CB480838-B840-49E5-9D3A-7844B58595BF}" srcOrd="1" destOrd="0" presId="urn:microsoft.com/office/officeart/2005/8/layout/default"/>
    <dgm:cxn modelId="{FE3BCE45-F6F3-4BDF-A40A-53735111AE14}" type="presParOf" srcId="{931AE3CE-657A-446B-AC3A-89567FED00D0}" destId="{EBBB90B8-10FD-4F08-ABD3-4AC5ACAC4168}" srcOrd="2" destOrd="0" presId="urn:microsoft.com/office/officeart/2005/8/layout/default"/>
    <dgm:cxn modelId="{B41A0614-21AE-4E61-B027-2374DBCCAFD6}" type="presParOf" srcId="{931AE3CE-657A-446B-AC3A-89567FED00D0}" destId="{1E3E8AE3-6629-4018-BFE3-A9A03AA621B9}" srcOrd="3" destOrd="0" presId="urn:microsoft.com/office/officeart/2005/8/layout/default"/>
    <dgm:cxn modelId="{ABB4D576-A530-4F39-BCC5-FED846C2859B}" type="presParOf" srcId="{931AE3CE-657A-446B-AC3A-89567FED00D0}" destId="{2741FA02-7F4B-41BF-A871-C9EC5930E863}" srcOrd="4" destOrd="0" presId="urn:microsoft.com/office/officeart/2005/8/layout/default"/>
    <dgm:cxn modelId="{755A7C0E-993F-48A2-904D-7B2E4B70162A}" type="presParOf" srcId="{931AE3CE-657A-446B-AC3A-89567FED00D0}" destId="{BCA28D37-6E7D-4B77-B392-0D0632CE75B1}" srcOrd="5" destOrd="0" presId="urn:microsoft.com/office/officeart/2005/8/layout/default"/>
    <dgm:cxn modelId="{E429EC43-33EE-4BBC-99E1-747790F08A9A}" type="presParOf" srcId="{931AE3CE-657A-446B-AC3A-89567FED00D0}" destId="{7A0E579B-ED1F-497B-BA62-9B4F61F8EF6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0DA794-2873-4453-94C2-BCC05C418186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6340B8B-BD2B-4623-8663-2A54C65678C1}">
      <dgm:prSet/>
      <dgm:spPr/>
      <dgm:t>
        <a:bodyPr/>
        <a:lstStyle/>
        <a:p>
          <a:r>
            <a:rPr lang="en-US"/>
            <a:t>• Ineffective error reporting tools</a:t>
          </a:r>
        </a:p>
      </dgm:t>
    </dgm:pt>
    <dgm:pt modelId="{9941DCD1-F051-4344-B290-8FEC4240C1E0}" type="parTrans" cxnId="{388D4594-6543-4613-BD91-244C3AACE27E}">
      <dgm:prSet/>
      <dgm:spPr/>
      <dgm:t>
        <a:bodyPr/>
        <a:lstStyle/>
        <a:p>
          <a:endParaRPr lang="en-US"/>
        </a:p>
      </dgm:t>
    </dgm:pt>
    <dgm:pt modelId="{8D4D0881-E97A-4AC2-8731-D011E6E544C4}" type="sibTrans" cxnId="{388D4594-6543-4613-BD91-244C3AACE27E}">
      <dgm:prSet/>
      <dgm:spPr/>
      <dgm:t>
        <a:bodyPr/>
        <a:lstStyle/>
        <a:p>
          <a:endParaRPr lang="en-US"/>
        </a:p>
      </dgm:t>
    </dgm:pt>
    <dgm:pt modelId="{6A7C0527-F616-4C62-9093-97DA544D59C1}">
      <dgm:prSet/>
      <dgm:spPr/>
      <dgm:t>
        <a:bodyPr/>
        <a:lstStyle/>
        <a:p>
          <a:r>
            <a:rPr lang="en-US"/>
            <a:t>• Feedback loops missing</a:t>
          </a:r>
        </a:p>
      </dgm:t>
    </dgm:pt>
    <dgm:pt modelId="{7A33C2E8-BD3B-4972-AD99-8A3FFD618569}" type="parTrans" cxnId="{98AC78DD-0AAC-4F54-A1DA-F593CE8C76B0}">
      <dgm:prSet/>
      <dgm:spPr/>
      <dgm:t>
        <a:bodyPr/>
        <a:lstStyle/>
        <a:p>
          <a:endParaRPr lang="en-US"/>
        </a:p>
      </dgm:t>
    </dgm:pt>
    <dgm:pt modelId="{F078284A-EA08-4699-8C5E-4A159BA5C20E}" type="sibTrans" cxnId="{98AC78DD-0AAC-4F54-A1DA-F593CE8C76B0}">
      <dgm:prSet/>
      <dgm:spPr/>
      <dgm:t>
        <a:bodyPr/>
        <a:lstStyle/>
        <a:p>
          <a:endParaRPr lang="en-US"/>
        </a:p>
      </dgm:t>
    </dgm:pt>
    <dgm:pt modelId="{14290430-F7E7-4B67-8B50-1BEFA97587F3}">
      <dgm:prSet/>
      <dgm:spPr/>
      <dgm:t>
        <a:bodyPr/>
        <a:lstStyle/>
        <a:p>
          <a:r>
            <a:rPr lang="en-US"/>
            <a:t>• Data not utilized for learning</a:t>
          </a:r>
        </a:p>
      </dgm:t>
    </dgm:pt>
    <dgm:pt modelId="{3FAE83F3-8821-45AB-A89D-5A4EAD02ECE3}" type="parTrans" cxnId="{11D3E89A-877A-4E18-A187-3A7C02BC8070}">
      <dgm:prSet/>
      <dgm:spPr/>
      <dgm:t>
        <a:bodyPr/>
        <a:lstStyle/>
        <a:p>
          <a:endParaRPr lang="en-US"/>
        </a:p>
      </dgm:t>
    </dgm:pt>
    <dgm:pt modelId="{40B63ECC-7798-46DD-A2CA-6A95495388DD}" type="sibTrans" cxnId="{11D3E89A-877A-4E18-A187-3A7C02BC8070}">
      <dgm:prSet/>
      <dgm:spPr/>
      <dgm:t>
        <a:bodyPr/>
        <a:lstStyle/>
        <a:p>
          <a:endParaRPr lang="en-US"/>
        </a:p>
      </dgm:t>
    </dgm:pt>
    <dgm:pt modelId="{FEEF7B8B-6C91-4D35-AC4E-181185598794}">
      <dgm:prSet/>
      <dgm:spPr/>
      <dgm:t>
        <a:bodyPr/>
        <a:lstStyle/>
        <a:p>
          <a:r>
            <a:rPr lang="en-US"/>
            <a:t>• Complicated compliance rules</a:t>
          </a:r>
        </a:p>
      </dgm:t>
    </dgm:pt>
    <dgm:pt modelId="{96E6008A-B54B-49A2-ADB2-10EBCE68FC41}" type="parTrans" cxnId="{41BAAE68-7945-47C2-960F-169A51169A69}">
      <dgm:prSet/>
      <dgm:spPr/>
      <dgm:t>
        <a:bodyPr/>
        <a:lstStyle/>
        <a:p>
          <a:endParaRPr lang="en-US"/>
        </a:p>
      </dgm:t>
    </dgm:pt>
    <dgm:pt modelId="{9CC05511-0189-464B-B881-B6E57D5D57BC}" type="sibTrans" cxnId="{41BAAE68-7945-47C2-960F-169A51169A69}">
      <dgm:prSet/>
      <dgm:spPr/>
      <dgm:t>
        <a:bodyPr/>
        <a:lstStyle/>
        <a:p>
          <a:endParaRPr lang="en-US"/>
        </a:p>
      </dgm:t>
    </dgm:pt>
    <dgm:pt modelId="{0800DB28-F18D-43DC-9862-97DA615BE4DB}" type="pres">
      <dgm:prSet presAssocID="{690DA794-2873-4453-94C2-BCC05C418186}" presName="vert0" presStyleCnt="0">
        <dgm:presLayoutVars>
          <dgm:dir/>
          <dgm:animOne val="branch"/>
          <dgm:animLvl val="lvl"/>
        </dgm:presLayoutVars>
      </dgm:prSet>
      <dgm:spPr/>
    </dgm:pt>
    <dgm:pt modelId="{96BA7096-87E4-4F7E-BA9E-F71305E39696}" type="pres">
      <dgm:prSet presAssocID="{96340B8B-BD2B-4623-8663-2A54C65678C1}" presName="thickLine" presStyleLbl="alignNode1" presStyleIdx="0" presStyleCnt="4"/>
      <dgm:spPr/>
    </dgm:pt>
    <dgm:pt modelId="{F92846CD-01FA-47F1-8D39-1E11A2CFEBA0}" type="pres">
      <dgm:prSet presAssocID="{96340B8B-BD2B-4623-8663-2A54C65678C1}" presName="horz1" presStyleCnt="0"/>
      <dgm:spPr/>
    </dgm:pt>
    <dgm:pt modelId="{F732E6C4-DBDC-4759-B307-241DCF544948}" type="pres">
      <dgm:prSet presAssocID="{96340B8B-BD2B-4623-8663-2A54C65678C1}" presName="tx1" presStyleLbl="revTx" presStyleIdx="0" presStyleCnt="4"/>
      <dgm:spPr/>
    </dgm:pt>
    <dgm:pt modelId="{613D4EF1-E75B-40C1-BF54-2839F79B492A}" type="pres">
      <dgm:prSet presAssocID="{96340B8B-BD2B-4623-8663-2A54C65678C1}" presName="vert1" presStyleCnt="0"/>
      <dgm:spPr/>
    </dgm:pt>
    <dgm:pt modelId="{9E2CE0A9-53C9-4A0C-B29A-741983D7FFA9}" type="pres">
      <dgm:prSet presAssocID="{6A7C0527-F616-4C62-9093-97DA544D59C1}" presName="thickLine" presStyleLbl="alignNode1" presStyleIdx="1" presStyleCnt="4"/>
      <dgm:spPr/>
    </dgm:pt>
    <dgm:pt modelId="{13019376-938D-42BD-819A-67CC040A362D}" type="pres">
      <dgm:prSet presAssocID="{6A7C0527-F616-4C62-9093-97DA544D59C1}" presName="horz1" presStyleCnt="0"/>
      <dgm:spPr/>
    </dgm:pt>
    <dgm:pt modelId="{17392451-137C-4EC9-B515-26C39E9BE0B2}" type="pres">
      <dgm:prSet presAssocID="{6A7C0527-F616-4C62-9093-97DA544D59C1}" presName="tx1" presStyleLbl="revTx" presStyleIdx="1" presStyleCnt="4"/>
      <dgm:spPr/>
    </dgm:pt>
    <dgm:pt modelId="{3D4A9E26-DA60-465C-9669-4197C6A403FC}" type="pres">
      <dgm:prSet presAssocID="{6A7C0527-F616-4C62-9093-97DA544D59C1}" presName="vert1" presStyleCnt="0"/>
      <dgm:spPr/>
    </dgm:pt>
    <dgm:pt modelId="{AC6C3268-D682-4138-8291-A6FE4479E87B}" type="pres">
      <dgm:prSet presAssocID="{14290430-F7E7-4B67-8B50-1BEFA97587F3}" presName="thickLine" presStyleLbl="alignNode1" presStyleIdx="2" presStyleCnt="4"/>
      <dgm:spPr/>
    </dgm:pt>
    <dgm:pt modelId="{65BF6E7E-0BFE-4CB8-B1A1-CC1C4DEF38AF}" type="pres">
      <dgm:prSet presAssocID="{14290430-F7E7-4B67-8B50-1BEFA97587F3}" presName="horz1" presStyleCnt="0"/>
      <dgm:spPr/>
    </dgm:pt>
    <dgm:pt modelId="{95CF8209-50EF-4783-B375-C607C67FAD76}" type="pres">
      <dgm:prSet presAssocID="{14290430-F7E7-4B67-8B50-1BEFA97587F3}" presName="tx1" presStyleLbl="revTx" presStyleIdx="2" presStyleCnt="4"/>
      <dgm:spPr/>
    </dgm:pt>
    <dgm:pt modelId="{2A072870-5C6B-45C8-81F5-96E7432C1DD3}" type="pres">
      <dgm:prSet presAssocID="{14290430-F7E7-4B67-8B50-1BEFA97587F3}" presName="vert1" presStyleCnt="0"/>
      <dgm:spPr/>
    </dgm:pt>
    <dgm:pt modelId="{5D0985FC-3DAA-4E03-A727-E7BADE261789}" type="pres">
      <dgm:prSet presAssocID="{FEEF7B8B-6C91-4D35-AC4E-181185598794}" presName="thickLine" presStyleLbl="alignNode1" presStyleIdx="3" presStyleCnt="4"/>
      <dgm:spPr/>
    </dgm:pt>
    <dgm:pt modelId="{51E1AD54-B62A-405D-B2ED-81ABDF47AD5C}" type="pres">
      <dgm:prSet presAssocID="{FEEF7B8B-6C91-4D35-AC4E-181185598794}" presName="horz1" presStyleCnt="0"/>
      <dgm:spPr/>
    </dgm:pt>
    <dgm:pt modelId="{CE467A82-3115-4110-BD97-80C7F373F3E5}" type="pres">
      <dgm:prSet presAssocID="{FEEF7B8B-6C91-4D35-AC4E-181185598794}" presName="tx1" presStyleLbl="revTx" presStyleIdx="3" presStyleCnt="4"/>
      <dgm:spPr/>
    </dgm:pt>
    <dgm:pt modelId="{C169E721-DFBA-4AA4-B95D-36009B180C48}" type="pres">
      <dgm:prSet presAssocID="{FEEF7B8B-6C91-4D35-AC4E-181185598794}" presName="vert1" presStyleCnt="0"/>
      <dgm:spPr/>
    </dgm:pt>
  </dgm:ptLst>
  <dgm:cxnLst>
    <dgm:cxn modelId="{53C31725-448E-4AEE-A4BA-76490998BC14}" type="presOf" srcId="{6A7C0527-F616-4C62-9093-97DA544D59C1}" destId="{17392451-137C-4EC9-B515-26C39E9BE0B2}" srcOrd="0" destOrd="0" presId="urn:microsoft.com/office/officeart/2008/layout/LinedList"/>
    <dgm:cxn modelId="{63B17439-D4F1-4694-8147-C1E1A5B6250F}" type="presOf" srcId="{FEEF7B8B-6C91-4D35-AC4E-181185598794}" destId="{CE467A82-3115-4110-BD97-80C7F373F3E5}" srcOrd="0" destOrd="0" presId="urn:microsoft.com/office/officeart/2008/layout/LinedList"/>
    <dgm:cxn modelId="{41BAAE68-7945-47C2-960F-169A51169A69}" srcId="{690DA794-2873-4453-94C2-BCC05C418186}" destId="{FEEF7B8B-6C91-4D35-AC4E-181185598794}" srcOrd="3" destOrd="0" parTransId="{96E6008A-B54B-49A2-ADB2-10EBCE68FC41}" sibTransId="{9CC05511-0189-464B-B881-B6E57D5D57BC}"/>
    <dgm:cxn modelId="{388D4594-6543-4613-BD91-244C3AACE27E}" srcId="{690DA794-2873-4453-94C2-BCC05C418186}" destId="{96340B8B-BD2B-4623-8663-2A54C65678C1}" srcOrd="0" destOrd="0" parTransId="{9941DCD1-F051-4344-B290-8FEC4240C1E0}" sibTransId="{8D4D0881-E97A-4AC2-8731-D011E6E544C4}"/>
    <dgm:cxn modelId="{11D3E89A-877A-4E18-A187-3A7C02BC8070}" srcId="{690DA794-2873-4453-94C2-BCC05C418186}" destId="{14290430-F7E7-4B67-8B50-1BEFA97587F3}" srcOrd="2" destOrd="0" parTransId="{3FAE83F3-8821-45AB-A89D-5A4EAD02ECE3}" sibTransId="{40B63ECC-7798-46DD-A2CA-6A95495388DD}"/>
    <dgm:cxn modelId="{B49571C2-6840-4644-91D3-EEE07C78930D}" type="presOf" srcId="{14290430-F7E7-4B67-8B50-1BEFA97587F3}" destId="{95CF8209-50EF-4783-B375-C607C67FAD76}" srcOrd="0" destOrd="0" presId="urn:microsoft.com/office/officeart/2008/layout/LinedList"/>
    <dgm:cxn modelId="{DE7CAED9-0622-4F18-AF01-BE2F0E9D35C5}" type="presOf" srcId="{96340B8B-BD2B-4623-8663-2A54C65678C1}" destId="{F732E6C4-DBDC-4759-B307-241DCF544948}" srcOrd="0" destOrd="0" presId="urn:microsoft.com/office/officeart/2008/layout/LinedList"/>
    <dgm:cxn modelId="{98AC78DD-0AAC-4F54-A1DA-F593CE8C76B0}" srcId="{690DA794-2873-4453-94C2-BCC05C418186}" destId="{6A7C0527-F616-4C62-9093-97DA544D59C1}" srcOrd="1" destOrd="0" parTransId="{7A33C2E8-BD3B-4972-AD99-8A3FFD618569}" sibTransId="{F078284A-EA08-4699-8C5E-4A159BA5C20E}"/>
    <dgm:cxn modelId="{55E569E3-7CEA-4685-96FE-A48F8DB48388}" type="presOf" srcId="{690DA794-2873-4453-94C2-BCC05C418186}" destId="{0800DB28-F18D-43DC-9862-97DA615BE4DB}" srcOrd="0" destOrd="0" presId="urn:microsoft.com/office/officeart/2008/layout/LinedList"/>
    <dgm:cxn modelId="{8EDA4150-10FC-48BC-A2E3-92703595B4F6}" type="presParOf" srcId="{0800DB28-F18D-43DC-9862-97DA615BE4DB}" destId="{96BA7096-87E4-4F7E-BA9E-F71305E39696}" srcOrd="0" destOrd="0" presId="urn:microsoft.com/office/officeart/2008/layout/LinedList"/>
    <dgm:cxn modelId="{4948A2FE-B11B-448B-9B5C-8545A44D7B21}" type="presParOf" srcId="{0800DB28-F18D-43DC-9862-97DA615BE4DB}" destId="{F92846CD-01FA-47F1-8D39-1E11A2CFEBA0}" srcOrd="1" destOrd="0" presId="urn:microsoft.com/office/officeart/2008/layout/LinedList"/>
    <dgm:cxn modelId="{C56E5428-606D-4B36-A07F-0CB12F799C71}" type="presParOf" srcId="{F92846CD-01FA-47F1-8D39-1E11A2CFEBA0}" destId="{F732E6C4-DBDC-4759-B307-241DCF544948}" srcOrd="0" destOrd="0" presId="urn:microsoft.com/office/officeart/2008/layout/LinedList"/>
    <dgm:cxn modelId="{31D788D8-DB49-4B6E-93CA-A7A8211CD3FA}" type="presParOf" srcId="{F92846CD-01FA-47F1-8D39-1E11A2CFEBA0}" destId="{613D4EF1-E75B-40C1-BF54-2839F79B492A}" srcOrd="1" destOrd="0" presId="urn:microsoft.com/office/officeart/2008/layout/LinedList"/>
    <dgm:cxn modelId="{60ACC516-8F4F-4CDC-B0BB-E7C5D539D98F}" type="presParOf" srcId="{0800DB28-F18D-43DC-9862-97DA615BE4DB}" destId="{9E2CE0A9-53C9-4A0C-B29A-741983D7FFA9}" srcOrd="2" destOrd="0" presId="urn:microsoft.com/office/officeart/2008/layout/LinedList"/>
    <dgm:cxn modelId="{ADB759CB-87CD-4019-BACC-A86E98C21513}" type="presParOf" srcId="{0800DB28-F18D-43DC-9862-97DA615BE4DB}" destId="{13019376-938D-42BD-819A-67CC040A362D}" srcOrd="3" destOrd="0" presId="urn:microsoft.com/office/officeart/2008/layout/LinedList"/>
    <dgm:cxn modelId="{6E3ADF90-A9E1-4450-A46D-E5D6CD9193A7}" type="presParOf" srcId="{13019376-938D-42BD-819A-67CC040A362D}" destId="{17392451-137C-4EC9-B515-26C39E9BE0B2}" srcOrd="0" destOrd="0" presId="urn:microsoft.com/office/officeart/2008/layout/LinedList"/>
    <dgm:cxn modelId="{1372BAEF-C472-4A63-A203-3809421ADFB5}" type="presParOf" srcId="{13019376-938D-42BD-819A-67CC040A362D}" destId="{3D4A9E26-DA60-465C-9669-4197C6A403FC}" srcOrd="1" destOrd="0" presId="urn:microsoft.com/office/officeart/2008/layout/LinedList"/>
    <dgm:cxn modelId="{B31A4719-4D6E-4297-BD07-06190F4DC76C}" type="presParOf" srcId="{0800DB28-F18D-43DC-9862-97DA615BE4DB}" destId="{AC6C3268-D682-4138-8291-A6FE4479E87B}" srcOrd="4" destOrd="0" presId="urn:microsoft.com/office/officeart/2008/layout/LinedList"/>
    <dgm:cxn modelId="{3845A692-135F-4528-8E90-03C0DD8B3814}" type="presParOf" srcId="{0800DB28-F18D-43DC-9862-97DA615BE4DB}" destId="{65BF6E7E-0BFE-4CB8-B1A1-CC1C4DEF38AF}" srcOrd="5" destOrd="0" presId="urn:microsoft.com/office/officeart/2008/layout/LinedList"/>
    <dgm:cxn modelId="{CA2005B3-DB41-4CDF-834A-93FA3B878BF5}" type="presParOf" srcId="{65BF6E7E-0BFE-4CB8-B1A1-CC1C4DEF38AF}" destId="{95CF8209-50EF-4783-B375-C607C67FAD76}" srcOrd="0" destOrd="0" presId="urn:microsoft.com/office/officeart/2008/layout/LinedList"/>
    <dgm:cxn modelId="{229CF76F-2BC7-48F4-804B-7D79F75FA229}" type="presParOf" srcId="{65BF6E7E-0BFE-4CB8-B1A1-CC1C4DEF38AF}" destId="{2A072870-5C6B-45C8-81F5-96E7432C1DD3}" srcOrd="1" destOrd="0" presId="urn:microsoft.com/office/officeart/2008/layout/LinedList"/>
    <dgm:cxn modelId="{979D3FAB-F3A1-4CDB-A31E-E2999A1928ED}" type="presParOf" srcId="{0800DB28-F18D-43DC-9862-97DA615BE4DB}" destId="{5D0985FC-3DAA-4E03-A727-E7BADE261789}" srcOrd="6" destOrd="0" presId="urn:microsoft.com/office/officeart/2008/layout/LinedList"/>
    <dgm:cxn modelId="{288D7B75-CCB8-4B16-B5D4-427EF1851EA8}" type="presParOf" srcId="{0800DB28-F18D-43DC-9862-97DA615BE4DB}" destId="{51E1AD54-B62A-405D-B2ED-81ABDF47AD5C}" srcOrd="7" destOrd="0" presId="urn:microsoft.com/office/officeart/2008/layout/LinedList"/>
    <dgm:cxn modelId="{CB4A24A8-44A5-42BD-BA2C-DE92F04EE7B4}" type="presParOf" srcId="{51E1AD54-B62A-405D-B2ED-81ABDF47AD5C}" destId="{CE467A82-3115-4110-BD97-80C7F373F3E5}" srcOrd="0" destOrd="0" presId="urn:microsoft.com/office/officeart/2008/layout/LinedList"/>
    <dgm:cxn modelId="{24C76FF7-E4EF-4056-8596-01CECBB3FC82}" type="presParOf" srcId="{51E1AD54-B62A-405D-B2ED-81ABDF47AD5C}" destId="{C169E721-DFBA-4AA4-B95D-36009B180C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61AFC9-0EBE-4452-B226-DF82CAD1B7B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94C0360-0035-407F-915C-9028B2AF86EB}">
      <dgm:prSet/>
      <dgm:spPr/>
      <dgm:t>
        <a:bodyPr/>
        <a:lstStyle/>
        <a:p>
          <a:r>
            <a:rPr lang="en-US"/>
            <a:t>• Leadership buy-in</a:t>
          </a:r>
        </a:p>
      </dgm:t>
    </dgm:pt>
    <dgm:pt modelId="{150CC41C-B5F6-41FF-9CE6-E486AB1EBE9A}" type="parTrans" cxnId="{8FBC635F-9797-4502-AB9D-9C441BC81CD7}">
      <dgm:prSet/>
      <dgm:spPr/>
      <dgm:t>
        <a:bodyPr/>
        <a:lstStyle/>
        <a:p>
          <a:endParaRPr lang="en-US"/>
        </a:p>
      </dgm:t>
    </dgm:pt>
    <dgm:pt modelId="{867332A8-5665-44AC-BCC5-86BE51A1B126}" type="sibTrans" cxnId="{8FBC635F-9797-4502-AB9D-9C441BC81CD7}">
      <dgm:prSet/>
      <dgm:spPr/>
      <dgm:t>
        <a:bodyPr/>
        <a:lstStyle/>
        <a:p>
          <a:endParaRPr lang="en-US"/>
        </a:p>
      </dgm:t>
    </dgm:pt>
    <dgm:pt modelId="{AF9A3632-347C-4FDB-AD65-5F85951E86D9}">
      <dgm:prSet/>
      <dgm:spPr/>
      <dgm:t>
        <a:bodyPr/>
        <a:lstStyle/>
        <a:p>
          <a:r>
            <a:rPr lang="en-US"/>
            <a:t>• Transparent communication</a:t>
          </a:r>
        </a:p>
      </dgm:t>
    </dgm:pt>
    <dgm:pt modelId="{2F72573E-2814-40E2-AD5B-D0EECF27D08C}" type="parTrans" cxnId="{948E11FE-D9FC-4F00-96CB-D9C738B776B5}">
      <dgm:prSet/>
      <dgm:spPr/>
      <dgm:t>
        <a:bodyPr/>
        <a:lstStyle/>
        <a:p>
          <a:endParaRPr lang="en-US"/>
        </a:p>
      </dgm:t>
    </dgm:pt>
    <dgm:pt modelId="{6392A077-2A09-4F9E-AB41-8076345F9BDB}" type="sibTrans" cxnId="{948E11FE-D9FC-4F00-96CB-D9C738B776B5}">
      <dgm:prSet/>
      <dgm:spPr/>
      <dgm:t>
        <a:bodyPr/>
        <a:lstStyle/>
        <a:p>
          <a:endParaRPr lang="en-US"/>
        </a:p>
      </dgm:t>
    </dgm:pt>
    <dgm:pt modelId="{4AAC319D-A7BE-4642-A237-9DFCECE4855E}">
      <dgm:prSet/>
      <dgm:spPr/>
      <dgm:t>
        <a:bodyPr/>
        <a:lstStyle/>
        <a:p>
          <a:r>
            <a:rPr lang="en-US"/>
            <a:t>• Fair investigation process</a:t>
          </a:r>
        </a:p>
      </dgm:t>
    </dgm:pt>
    <dgm:pt modelId="{0E4E4E0D-A320-4EA2-93D7-0DA412D4064A}" type="parTrans" cxnId="{BF62D961-900B-4C33-BE1E-DFAC0EA5E097}">
      <dgm:prSet/>
      <dgm:spPr/>
      <dgm:t>
        <a:bodyPr/>
        <a:lstStyle/>
        <a:p>
          <a:endParaRPr lang="en-US"/>
        </a:p>
      </dgm:t>
    </dgm:pt>
    <dgm:pt modelId="{683C78DD-2DC5-4624-876E-BE028269417C}" type="sibTrans" cxnId="{BF62D961-900B-4C33-BE1E-DFAC0EA5E097}">
      <dgm:prSet/>
      <dgm:spPr/>
      <dgm:t>
        <a:bodyPr/>
        <a:lstStyle/>
        <a:p>
          <a:endParaRPr lang="en-US"/>
        </a:p>
      </dgm:t>
    </dgm:pt>
    <dgm:pt modelId="{CA71A0AA-F67D-4FF2-9883-EDBBFBCF9C27}">
      <dgm:prSet/>
      <dgm:spPr/>
      <dgm:t>
        <a:bodyPr/>
        <a:lstStyle/>
        <a:p>
          <a:r>
            <a:rPr lang="en-US"/>
            <a:t>• Training and empowerment</a:t>
          </a:r>
        </a:p>
      </dgm:t>
    </dgm:pt>
    <dgm:pt modelId="{5A2EE02E-AA2A-4DF9-AEC5-A732D508D095}" type="parTrans" cxnId="{AB4E35F6-8E3D-41A2-8B2B-F66C64D39AC4}">
      <dgm:prSet/>
      <dgm:spPr/>
      <dgm:t>
        <a:bodyPr/>
        <a:lstStyle/>
        <a:p>
          <a:endParaRPr lang="en-US"/>
        </a:p>
      </dgm:t>
    </dgm:pt>
    <dgm:pt modelId="{F222223F-BAFA-4B06-B427-73A55D2EE34A}" type="sibTrans" cxnId="{AB4E35F6-8E3D-41A2-8B2B-F66C64D39AC4}">
      <dgm:prSet/>
      <dgm:spPr/>
      <dgm:t>
        <a:bodyPr/>
        <a:lstStyle/>
        <a:p>
          <a:endParaRPr lang="en-US"/>
        </a:p>
      </dgm:t>
    </dgm:pt>
    <dgm:pt modelId="{33FD8CE3-8C9C-48CA-93C5-0DECD31C2185}">
      <dgm:prSet/>
      <dgm:spPr/>
      <dgm:t>
        <a:bodyPr/>
        <a:lstStyle/>
        <a:p>
          <a:r>
            <a:rPr lang="en-US"/>
            <a:t>• Invest in tools and systems</a:t>
          </a:r>
        </a:p>
      </dgm:t>
    </dgm:pt>
    <dgm:pt modelId="{1EBBCEC8-299C-4858-8195-966A4BD2E5C1}" type="parTrans" cxnId="{4FB88E31-892B-445B-AE5A-87E7D37EA231}">
      <dgm:prSet/>
      <dgm:spPr/>
      <dgm:t>
        <a:bodyPr/>
        <a:lstStyle/>
        <a:p>
          <a:endParaRPr lang="en-US"/>
        </a:p>
      </dgm:t>
    </dgm:pt>
    <dgm:pt modelId="{9809FCA8-9B0E-4498-B597-8390F360BE75}" type="sibTrans" cxnId="{4FB88E31-892B-445B-AE5A-87E7D37EA231}">
      <dgm:prSet/>
      <dgm:spPr/>
      <dgm:t>
        <a:bodyPr/>
        <a:lstStyle/>
        <a:p>
          <a:endParaRPr lang="en-US"/>
        </a:p>
      </dgm:t>
    </dgm:pt>
    <dgm:pt modelId="{80406D60-547E-436A-8748-E80C21D85EB0}" type="pres">
      <dgm:prSet presAssocID="{B561AFC9-0EBE-4452-B226-DF82CAD1B7B9}" presName="diagram" presStyleCnt="0">
        <dgm:presLayoutVars>
          <dgm:dir/>
          <dgm:resizeHandles val="exact"/>
        </dgm:presLayoutVars>
      </dgm:prSet>
      <dgm:spPr/>
    </dgm:pt>
    <dgm:pt modelId="{7AF9D94E-BA4E-4EBA-8834-B54DC3FA9153}" type="pres">
      <dgm:prSet presAssocID="{F94C0360-0035-407F-915C-9028B2AF86EB}" presName="node" presStyleLbl="node1" presStyleIdx="0" presStyleCnt="5">
        <dgm:presLayoutVars>
          <dgm:bulletEnabled val="1"/>
        </dgm:presLayoutVars>
      </dgm:prSet>
      <dgm:spPr/>
    </dgm:pt>
    <dgm:pt modelId="{8B2A0807-02B5-4499-AF5D-4986F77DE11C}" type="pres">
      <dgm:prSet presAssocID="{867332A8-5665-44AC-BCC5-86BE51A1B126}" presName="sibTrans" presStyleCnt="0"/>
      <dgm:spPr/>
    </dgm:pt>
    <dgm:pt modelId="{B22A85A5-1C6B-4767-98CD-7BCF190C9D6F}" type="pres">
      <dgm:prSet presAssocID="{AF9A3632-347C-4FDB-AD65-5F85951E86D9}" presName="node" presStyleLbl="node1" presStyleIdx="1" presStyleCnt="5">
        <dgm:presLayoutVars>
          <dgm:bulletEnabled val="1"/>
        </dgm:presLayoutVars>
      </dgm:prSet>
      <dgm:spPr/>
    </dgm:pt>
    <dgm:pt modelId="{F026C0BD-CB30-404F-8742-6A9DF81BA0E0}" type="pres">
      <dgm:prSet presAssocID="{6392A077-2A09-4F9E-AB41-8076345F9BDB}" presName="sibTrans" presStyleCnt="0"/>
      <dgm:spPr/>
    </dgm:pt>
    <dgm:pt modelId="{FBD90DE6-8341-4114-AEEF-D0CD696367DC}" type="pres">
      <dgm:prSet presAssocID="{4AAC319D-A7BE-4642-A237-9DFCECE4855E}" presName="node" presStyleLbl="node1" presStyleIdx="2" presStyleCnt="5">
        <dgm:presLayoutVars>
          <dgm:bulletEnabled val="1"/>
        </dgm:presLayoutVars>
      </dgm:prSet>
      <dgm:spPr/>
    </dgm:pt>
    <dgm:pt modelId="{28DDF1E6-2818-4DA6-8EEF-2BF24EB34C4C}" type="pres">
      <dgm:prSet presAssocID="{683C78DD-2DC5-4624-876E-BE028269417C}" presName="sibTrans" presStyleCnt="0"/>
      <dgm:spPr/>
    </dgm:pt>
    <dgm:pt modelId="{0E54C054-B30C-469F-BF24-ECDE016A3E63}" type="pres">
      <dgm:prSet presAssocID="{CA71A0AA-F67D-4FF2-9883-EDBBFBCF9C27}" presName="node" presStyleLbl="node1" presStyleIdx="3" presStyleCnt="5">
        <dgm:presLayoutVars>
          <dgm:bulletEnabled val="1"/>
        </dgm:presLayoutVars>
      </dgm:prSet>
      <dgm:spPr/>
    </dgm:pt>
    <dgm:pt modelId="{AB87154F-C6F4-4335-BF16-CF97DD82F35D}" type="pres">
      <dgm:prSet presAssocID="{F222223F-BAFA-4B06-B427-73A55D2EE34A}" presName="sibTrans" presStyleCnt="0"/>
      <dgm:spPr/>
    </dgm:pt>
    <dgm:pt modelId="{F2F57D9C-2044-4971-AEE0-2F66DE16F4B6}" type="pres">
      <dgm:prSet presAssocID="{33FD8CE3-8C9C-48CA-93C5-0DECD31C2185}" presName="node" presStyleLbl="node1" presStyleIdx="4" presStyleCnt="5">
        <dgm:presLayoutVars>
          <dgm:bulletEnabled val="1"/>
        </dgm:presLayoutVars>
      </dgm:prSet>
      <dgm:spPr/>
    </dgm:pt>
  </dgm:ptLst>
  <dgm:cxnLst>
    <dgm:cxn modelId="{4FB88E31-892B-445B-AE5A-87E7D37EA231}" srcId="{B561AFC9-0EBE-4452-B226-DF82CAD1B7B9}" destId="{33FD8CE3-8C9C-48CA-93C5-0DECD31C2185}" srcOrd="4" destOrd="0" parTransId="{1EBBCEC8-299C-4858-8195-966A4BD2E5C1}" sibTransId="{9809FCA8-9B0E-4498-B597-8390F360BE75}"/>
    <dgm:cxn modelId="{8FBC635F-9797-4502-AB9D-9C441BC81CD7}" srcId="{B561AFC9-0EBE-4452-B226-DF82CAD1B7B9}" destId="{F94C0360-0035-407F-915C-9028B2AF86EB}" srcOrd="0" destOrd="0" parTransId="{150CC41C-B5F6-41FF-9CE6-E486AB1EBE9A}" sibTransId="{867332A8-5665-44AC-BCC5-86BE51A1B126}"/>
    <dgm:cxn modelId="{BF62D961-900B-4C33-BE1E-DFAC0EA5E097}" srcId="{B561AFC9-0EBE-4452-B226-DF82CAD1B7B9}" destId="{4AAC319D-A7BE-4642-A237-9DFCECE4855E}" srcOrd="2" destOrd="0" parTransId="{0E4E4E0D-A320-4EA2-93D7-0DA412D4064A}" sibTransId="{683C78DD-2DC5-4624-876E-BE028269417C}"/>
    <dgm:cxn modelId="{9AC65E6B-214D-4D89-B00E-3C175247FDE3}" type="presOf" srcId="{F94C0360-0035-407F-915C-9028B2AF86EB}" destId="{7AF9D94E-BA4E-4EBA-8834-B54DC3FA9153}" srcOrd="0" destOrd="0" presId="urn:microsoft.com/office/officeart/2005/8/layout/default"/>
    <dgm:cxn modelId="{3763D785-260D-4B14-BCF6-E11633ECC27C}" type="presOf" srcId="{B561AFC9-0EBE-4452-B226-DF82CAD1B7B9}" destId="{80406D60-547E-436A-8748-E80C21D85EB0}" srcOrd="0" destOrd="0" presId="urn:microsoft.com/office/officeart/2005/8/layout/default"/>
    <dgm:cxn modelId="{C7D596D3-CB68-472D-A85E-3BD315CA865B}" type="presOf" srcId="{4AAC319D-A7BE-4642-A237-9DFCECE4855E}" destId="{FBD90DE6-8341-4114-AEEF-D0CD696367DC}" srcOrd="0" destOrd="0" presId="urn:microsoft.com/office/officeart/2005/8/layout/default"/>
    <dgm:cxn modelId="{F8870ADC-F386-4CB1-8FBB-CFE7A04730FF}" type="presOf" srcId="{33FD8CE3-8C9C-48CA-93C5-0DECD31C2185}" destId="{F2F57D9C-2044-4971-AEE0-2F66DE16F4B6}" srcOrd="0" destOrd="0" presId="urn:microsoft.com/office/officeart/2005/8/layout/default"/>
    <dgm:cxn modelId="{FA0C20E4-EA33-4C9A-9ADB-785BC0FD4E50}" type="presOf" srcId="{AF9A3632-347C-4FDB-AD65-5F85951E86D9}" destId="{B22A85A5-1C6B-4767-98CD-7BCF190C9D6F}" srcOrd="0" destOrd="0" presId="urn:microsoft.com/office/officeart/2005/8/layout/default"/>
    <dgm:cxn modelId="{68484EF1-FCF2-4AAF-987E-A6C7FCC82E8B}" type="presOf" srcId="{CA71A0AA-F67D-4FF2-9883-EDBBFBCF9C27}" destId="{0E54C054-B30C-469F-BF24-ECDE016A3E63}" srcOrd="0" destOrd="0" presId="urn:microsoft.com/office/officeart/2005/8/layout/default"/>
    <dgm:cxn modelId="{AB4E35F6-8E3D-41A2-8B2B-F66C64D39AC4}" srcId="{B561AFC9-0EBE-4452-B226-DF82CAD1B7B9}" destId="{CA71A0AA-F67D-4FF2-9883-EDBBFBCF9C27}" srcOrd="3" destOrd="0" parTransId="{5A2EE02E-AA2A-4DF9-AEC5-A732D508D095}" sibTransId="{F222223F-BAFA-4B06-B427-73A55D2EE34A}"/>
    <dgm:cxn modelId="{948E11FE-D9FC-4F00-96CB-D9C738B776B5}" srcId="{B561AFC9-0EBE-4452-B226-DF82CAD1B7B9}" destId="{AF9A3632-347C-4FDB-AD65-5F85951E86D9}" srcOrd="1" destOrd="0" parTransId="{2F72573E-2814-40E2-AD5B-D0EECF27D08C}" sibTransId="{6392A077-2A09-4F9E-AB41-8076345F9BDB}"/>
    <dgm:cxn modelId="{4D3E60FB-87C3-4EE8-A911-1CFE982FC8BF}" type="presParOf" srcId="{80406D60-547E-436A-8748-E80C21D85EB0}" destId="{7AF9D94E-BA4E-4EBA-8834-B54DC3FA9153}" srcOrd="0" destOrd="0" presId="urn:microsoft.com/office/officeart/2005/8/layout/default"/>
    <dgm:cxn modelId="{0C9BC6A8-BBCD-4794-A696-BF24D3296B29}" type="presParOf" srcId="{80406D60-547E-436A-8748-E80C21D85EB0}" destId="{8B2A0807-02B5-4499-AF5D-4986F77DE11C}" srcOrd="1" destOrd="0" presId="urn:microsoft.com/office/officeart/2005/8/layout/default"/>
    <dgm:cxn modelId="{0A78B73F-25AC-435D-8C50-371C8EC45CEE}" type="presParOf" srcId="{80406D60-547E-436A-8748-E80C21D85EB0}" destId="{B22A85A5-1C6B-4767-98CD-7BCF190C9D6F}" srcOrd="2" destOrd="0" presId="urn:microsoft.com/office/officeart/2005/8/layout/default"/>
    <dgm:cxn modelId="{2339FB53-02E3-4475-A048-6A1225D55A71}" type="presParOf" srcId="{80406D60-547E-436A-8748-E80C21D85EB0}" destId="{F026C0BD-CB30-404F-8742-6A9DF81BA0E0}" srcOrd="3" destOrd="0" presId="urn:microsoft.com/office/officeart/2005/8/layout/default"/>
    <dgm:cxn modelId="{691CC196-20FF-42F9-80CE-ADC87738F65D}" type="presParOf" srcId="{80406D60-547E-436A-8748-E80C21D85EB0}" destId="{FBD90DE6-8341-4114-AEEF-D0CD696367DC}" srcOrd="4" destOrd="0" presId="urn:microsoft.com/office/officeart/2005/8/layout/default"/>
    <dgm:cxn modelId="{E75E5EBA-865D-4D25-9AAB-AD88F77A7015}" type="presParOf" srcId="{80406D60-547E-436A-8748-E80C21D85EB0}" destId="{28DDF1E6-2818-4DA6-8EEF-2BF24EB34C4C}" srcOrd="5" destOrd="0" presId="urn:microsoft.com/office/officeart/2005/8/layout/default"/>
    <dgm:cxn modelId="{CAC900C2-E719-4569-A420-54B047D7A79F}" type="presParOf" srcId="{80406D60-547E-436A-8748-E80C21D85EB0}" destId="{0E54C054-B30C-469F-BF24-ECDE016A3E63}" srcOrd="6" destOrd="0" presId="urn:microsoft.com/office/officeart/2005/8/layout/default"/>
    <dgm:cxn modelId="{D36FE758-B43B-4182-8608-40139CC0839A}" type="presParOf" srcId="{80406D60-547E-436A-8748-E80C21D85EB0}" destId="{AB87154F-C6F4-4335-BF16-CF97DD82F35D}" srcOrd="7" destOrd="0" presId="urn:microsoft.com/office/officeart/2005/8/layout/default"/>
    <dgm:cxn modelId="{44F4F128-4C68-4362-A9E1-D15737DCAFAD}" type="presParOf" srcId="{80406D60-547E-436A-8748-E80C21D85EB0}" destId="{F2F57D9C-2044-4971-AEE0-2F66DE16F4B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D73F946-8742-4C39-8862-D9330FC31AB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4D6D135-DD0B-4B1B-8A27-73666AC9422F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Boysen, P. G. (2013). Just culture: A foundation for balanced accountability and patient safety. </a:t>
          </a:r>
          <a:endParaRPr lang="en-US"/>
        </a:p>
      </dgm:t>
    </dgm:pt>
    <dgm:pt modelId="{EFE08065-CE1F-432E-92FC-5C061277AB0D}" type="parTrans" cxnId="{C3ACF5F9-1A44-4C22-ADBC-54CB4E23CF38}">
      <dgm:prSet/>
      <dgm:spPr/>
      <dgm:t>
        <a:bodyPr/>
        <a:lstStyle/>
        <a:p>
          <a:endParaRPr lang="en-US"/>
        </a:p>
      </dgm:t>
    </dgm:pt>
    <dgm:pt modelId="{8A9D9876-DDEB-4E63-B5C1-6F5CEE1FA50A}" type="sibTrans" cxnId="{C3ACF5F9-1A44-4C22-ADBC-54CB4E23CF38}">
      <dgm:prSet/>
      <dgm:spPr/>
      <dgm:t>
        <a:bodyPr/>
        <a:lstStyle/>
        <a:p>
          <a:endParaRPr lang="en-US"/>
        </a:p>
      </dgm:t>
    </dgm:pt>
    <dgm:pt modelId="{EAE46BA6-83F4-4E69-80FB-59DDB76FEBAE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Institute for Healthcare Improvement (IHI). (2022). Framework for Safe, Reliable, and Effective Care. </a:t>
          </a:r>
          <a:endParaRPr lang="en-US"/>
        </a:p>
      </dgm:t>
    </dgm:pt>
    <dgm:pt modelId="{F4EFAE18-DDD4-42A1-84B6-95A939F00E64}" type="parTrans" cxnId="{A45F34B1-EFCC-424B-B5B8-957094B4A19C}">
      <dgm:prSet/>
      <dgm:spPr/>
      <dgm:t>
        <a:bodyPr/>
        <a:lstStyle/>
        <a:p>
          <a:endParaRPr lang="en-US"/>
        </a:p>
      </dgm:t>
    </dgm:pt>
    <dgm:pt modelId="{1B6B4F92-6CF8-4972-B3E8-1E01FAA89E1F}" type="sibTrans" cxnId="{A45F34B1-EFCC-424B-B5B8-957094B4A19C}">
      <dgm:prSet/>
      <dgm:spPr/>
      <dgm:t>
        <a:bodyPr/>
        <a:lstStyle/>
        <a:p>
          <a:endParaRPr lang="en-US"/>
        </a:p>
      </dgm:t>
    </dgm:pt>
    <dgm:pt modelId="{350BB6B3-7D0C-4381-8DC4-8AE3A52530DB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O’Donovan, R., De Brún, A., &amp; McAuliffe, E. (2019). Measuring psychological safety in healthcare teams. </a:t>
          </a:r>
          <a:endParaRPr lang="en-US"/>
        </a:p>
      </dgm:t>
    </dgm:pt>
    <dgm:pt modelId="{A48B0F58-0C6C-40F2-A560-7C8FDFF65BB6}" type="parTrans" cxnId="{253619A5-26E9-4096-B66F-D691EB816C64}">
      <dgm:prSet/>
      <dgm:spPr/>
      <dgm:t>
        <a:bodyPr/>
        <a:lstStyle/>
        <a:p>
          <a:endParaRPr lang="en-US"/>
        </a:p>
      </dgm:t>
    </dgm:pt>
    <dgm:pt modelId="{051C98D8-FF25-47DA-AF0F-771C2231B0FD}" type="sibTrans" cxnId="{253619A5-26E9-4096-B66F-D691EB816C64}">
      <dgm:prSet/>
      <dgm:spPr/>
      <dgm:t>
        <a:bodyPr/>
        <a:lstStyle/>
        <a:p>
          <a:endParaRPr lang="en-US"/>
        </a:p>
      </dgm:t>
    </dgm:pt>
    <dgm:pt modelId="{AC465601-9AD1-49F4-9761-24B92078C544}" type="pres">
      <dgm:prSet presAssocID="{9D73F946-8742-4C39-8862-D9330FC31AB5}" presName="linear" presStyleCnt="0">
        <dgm:presLayoutVars>
          <dgm:animLvl val="lvl"/>
          <dgm:resizeHandles val="exact"/>
        </dgm:presLayoutVars>
      </dgm:prSet>
      <dgm:spPr/>
    </dgm:pt>
    <dgm:pt modelId="{DDF954CD-6366-4258-B459-E03500BE52D9}" type="pres">
      <dgm:prSet presAssocID="{C4D6D135-DD0B-4B1B-8A27-73666AC942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4AF75C-8459-4EFB-A789-FD6B7ACFABC4}" type="pres">
      <dgm:prSet presAssocID="{8A9D9876-DDEB-4E63-B5C1-6F5CEE1FA50A}" presName="spacer" presStyleCnt="0"/>
      <dgm:spPr/>
    </dgm:pt>
    <dgm:pt modelId="{3B7CFFD4-D4BE-4D1E-965A-B2F6E30B3A52}" type="pres">
      <dgm:prSet presAssocID="{EAE46BA6-83F4-4E69-80FB-59DDB76FEB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459336-1BCD-4A89-9CF9-70E9346E4821}" type="pres">
      <dgm:prSet presAssocID="{1B6B4F92-6CF8-4972-B3E8-1E01FAA89E1F}" presName="spacer" presStyleCnt="0"/>
      <dgm:spPr/>
    </dgm:pt>
    <dgm:pt modelId="{18B4F01E-1A37-4F54-9342-D2B3F8508EE0}" type="pres">
      <dgm:prSet presAssocID="{350BB6B3-7D0C-4381-8DC4-8AE3A52530D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3018A5-2C7F-4C98-9EAC-1E1C89B22633}" type="presOf" srcId="{9D73F946-8742-4C39-8862-D9330FC31AB5}" destId="{AC465601-9AD1-49F4-9761-24B92078C544}" srcOrd="0" destOrd="0" presId="urn:microsoft.com/office/officeart/2005/8/layout/vList2"/>
    <dgm:cxn modelId="{253619A5-26E9-4096-B66F-D691EB816C64}" srcId="{9D73F946-8742-4C39-8862-D9330FC31AB5}" destId="{350BB6B3-7D0C-4381-8DC4-8AE3A52530DB}" srcOrd="2" destOrd="0" parTransId="{A48B0F58-0C6C-40F2-A560-7C8FDFF65BB6}" sibTransId="{051C98D8-FF25-47DA-AF0F-771C2231B0FD}"/>
    <dgm:cxn modelId="{A45F34B1-EFCC-424B-B5B8-957094B4A19C}" srcId="{9D73F946-8742-4C39-8862-D9330FC31AB5}" destId="{EAE46BA6-83F4-4E69-80FB-59DDB76FEBAE}" srcOrd="1" destOrd="0" parTransId="{F4EFAE18-DDD4-42A1-84B6-95A939F00E64}" sibTransId="{1B6B4F92-6CF8-4972-B3E8-1E01FAA89E1F}"/>
    <dgm:cxn modelId="{B45B91C7-7521-4158-8A4A-F3771200B776}" type="presOf" srcId="{350BB6B3-7D0C-4381-8DC4-8AE3A52530DB}" destId="{18B4F01E-1A37-4F54-9342-D2B3F8508EE0}" srcOrd="0" destOrd="0" presId="urn:microsoft.com/office/officeart/2005/8/layout/vList2"/>
    <dgm:cxn modelId="{A9803BD0-5141-400E-AD19-4CDACB4E77D5}" type="presOf" srcId="{C4D6D135-DD0B-4B1B-8A27-73666AC9422F}" destId="{DDF954CD-6366-4258-B459-E03500BE52D9}" srcOrd="0" destOrd="0" presId="urn:microsoft.com/office/officeart/2005/8/layout/vList2"/>
    <dgm:cxn modelId="{709FF8ED-34B3-48B7-879D-B72882338D12}" type="presOf" srcId="{EAE46BA6-83F4-4E69-80FB-59DDB76FEBAE}" destId="{3B7CFFD4-D4BE-4D1E-965A-B2F6E30B3A52}" srcOrd="0" destOrd="0" presId="urn:microsoft.com/office/officeart/2005/8/layout/vList2"/>
    <dgm:cxn modelId="{C3ACF5F9-1A44-4C22-ADBC-54CB4E23CF38}" srcId="{9D73F946-8742-4C39-8862-D9330FC31AB5}" destId="{C4D6D135-DD0B-4B1B-8A27-73666AC9422F}" srcOrd="0" destOrd="0" parTransId="{EFE08065-CE1F-432E-92FC-5C061277AB0D}" sibTransId="{8A9D9876-DDEB-4E63-B5C1-6F5CEE1FA50A}"/>
    <dgm:cxn modelId="{E2515C3E-627B-48B9-AF0A-15DACDB8AE24}" type="presParOf" srcId="{AC465601-9AD1-49F4-9761-24B92078C544}" destId="{DDF954CD-6366-4258-B459-E03500BE52D9}" srcOrd="0" destOrd="0" presId="urn:microsoft.com/office/officeart/2005/8/layout/vList2"/>
    <dgm:cxn modelId="{AAB42508-4E0A-4449-A8D6-F9327B05318E}" type="presParOf" srcId="{AC465601-9AD1-49F4-9761-24B92078C544}" destId="{FB4AF75C-8459-4EFB-A789-FD6B7ACFABC4}" srcOrd="1" destOrd="0" presId="urn:microsoft.com/office/officeart/2005/8/layout/vList2"/>
    <dgm:cxn modelId="{DF359313-ADC6-46D3-A772-997FE56DB521}" type="presParOf" srcId="{AC465601-9AD1-49F4-9761-24B92078C544}" destId="{3B7CFFD4-D4BE-4D1E-965A-B2F6E30B3A52}" srcOrd="2" destOrd="0" presId="urn:microsoft.com/office/officeart/2005/8/layout/vList2"/>
    <dgm:cxn modelId="{A1AD53AF-774B-4618-84EB-3539708AA079}" type="presParOf" srcId="{AC465601-9AD1-49F4-9761-24B92078C544}" destId="{37459336-1BCD-4A89-9CF9-70E9346E4821}" srcOrd="3" destOrd="0" presId="urn:microsoft.com/office/officeart/2005/8/layout/vList2"/>
    <dgm:cxn modelId="{5114B245-20EE-4FA7-A61A-1C0DFA63A5B2}" type="presParOf" srcId="{AC465601-9AD1-49F4-9761-24B92078C544}" destId="{18B4F01E-1A37-4F54-9342-D2B3F8508EE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1DE2E-8E55-4931-86F1-04014DDEC4F0}">
      <dsp:nvSpPr>
        <dsp:cNvPr id="0" name=""/>
        <dsp:cNvSpPr/>
      </dsp:nvSpPr>
      <dsp:spPr>
        <a:xfrm>
          <a:off x="0" y="0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5CB93-6EE1-46F2-BEEE-B916B2E7CC8A}">
      <dsp:nvSpPr>
        <dsp:cNvPr id="0" name=""/>
        <dsp:cNvSpPr/>
      </dsp:nvSpPr>
      <dsp:spPr>
        <a:xfrm>
          <a:off x="0" y="0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Definition: A Just Culture promotes accountability and learning, not punishment.</a:t>
          </a:r>
        </a:p>
      </dsp:txBody>
      <dsp:txXfrm>
        <a:off x="0" y="0"/>
        <a:ext cx="7886700" cy="1087834"/>
      </dsp:txXfrm>
    </dsp:sp>
    <dsp:sp modelId="{A718E758-96C4-4036-AE5B-C36022DA51FD}">
      <dsp:nvSpPr>
        <dsp:cNvPr id="0" name=""/>
        <dsp:cNvSpPr/>
      </dsp:nvSpPr>
      <dsp:spPr>
        <a:xfrm>
          <a:off x="0" y="1087834"/>
          <a:ext cx="7886700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B80E6-6772-4532-8E6D-261501C2A02D}">
      <dsp:nvSpPr>
        <dsp:cNvPr id="0" name=""/>
        <dsp:cNvSpPr/>
      </dsp:nvSpPr>
      <dsp:spPr>
        <a:xfrm>
          <a:off x="0" y="1087834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 Identifies system failures</a:t>
          </a:r>
        </a:p>
      </dsp:txBody>
      <dsp:txXfrm>
        <a:off x="0" y="1087834"/>
        <a:ext cx="7886700" cy="1087834"/>
      </dsp:txXfrm>
    </dsp:sp>
    <dsp:sp modelId="{F527EFDE-0152-4E10-BBDD-F55A81C7B64A}">
      <dsp:nvSpPr>
        <dsp:cNvPr id="0" name=""/>
        <dsp:cNvSpPr/>
      </dsp:nvSpPr>
      <dsp:spPr>
        <a:xfrm>
          <a:off x="0" y="2175669"/>
          <a:ext cx="7886700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2421C-0328-47A5-B98C-1FA9B028F217}">
      <dsp:nvSpPr>
        <dsp:cNvPr id="0" name=""/>
        <dsp:cNvSpPr/>
      </dsp:nvSpPr>
      <dsp:spPr>
        <a:xfrm>
          <a:off x="0" y="2175669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Encourages incident reporting</a:t>
          </a:r>
        </a:p>
      </dsp:txBody>
      <dsp:txXfrm>
        <a:off x="0" y="2175669"/>
        <a:ext cx="7886700" cy="1087834"/>
      </dsp:txXfrm>
    </dsp:sp>
    <dsp:sp modelId="{284DC024-E34C-44BC-9E09-8145FDCBFD7B}">
      <dsp:nvSpPr>
        <dsp:cNvPr id="0" name=""/>
        <dsp:cNvSpPr/>
      </dsp:nvSpPr>
      <dsp:spPr>
        <a:xfrm>
          <a:off x="0" y="3263503"/>
          <a:ext cx="788670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A4833-496E-4FE0-B69F-47C3AE1ACEBD}">
      <dsp:nvSpPr>
        <dsp:cNvPr id="0" name=""/>
        <dsp:cNvSpPr/>
      </dsp:nvSpPr>
      <dsp:spPr>
        <a:xfrm>
          <a:off x="0" y="3263503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 Improves safety and outcomes</a:t>
          </a:r>
        </a:p>
      </dsp:txBody>
      <dsp:txXfrm>
        <a:off x="0" y="3263503"/>
        <a:ext cx="78867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06465-057A-4711-B49C-C7B16F983F5B}">
      <dsp:nvSpPr>
        <dsp:cNvPr id="0" name=""/>
        <dsp:cNvSpPr/>
      </dsp:nvSpPr>
      <dsp:spPr>
        <a:xfrm>
          <a:off x="0" y="4279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Builds trust and psychological safety</a:t>
          </a:r>
        </a:p>
      </dsp:txBody>
      <dsp:txXfrm>
        <a:off x="62141" y="104940"/>
        <a:ext cx="4875842" cy="1148678"/>
      </dsp:txXfrm>
    </dsp:sp>
    <dsp:sp modelId="{5CC525DD-0C1D-42B7-A00C-D728541E45ED}">
      <dsp:nvSpPr>
        <dsp:cNvPr id="0" name=""/>
        <dsp:cNvSpPr/>
      </dsp:nvSpPr>
      <dsp:spPr>
        <a:xfrm>
          <a:off x="0" y="140791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Reduces errors and fear-based behavior</a:t>
          </a:r>
        </a:p>
      </dsp:txBody>
      <dsp:txXfrm>
        <a:off x="62141" y="1470060"/>
        <a:ext cx="4875842" cy="1148678"/>
      </dsp:txXfrm>
    </dsp:sp>
    <dsp:sp modelId="{9FCB8317-0FF5-4E9A-BE38-6218640D97D1}">
      <dsp:nvSpPr>
        <dsp:cNvPr id="0" name=""/>
        <dsp:cNvSpPr/>
      </dsp:nvSpPr>
      <dsp:spPr>
        <a:xfrm>
          <a:off x="0" y="277304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Encourages continuous improvement</a:t>
          </a:r>
        </a:p>
      </dsp:txBody>
      <dsp:txXfrm>
        <a:off x="62141" y="2835181"/>
        <a:ext cx="4875842" cy="1148678"/>
      </dsp:txXfrm>
    </dsp:sp>
    <dsp:sp modelId="{5645B507-E8CF-40DE-8238-71380E1C5CFF}">
      <dsp:nvSpPr>
        <dsp:cNvPr id="0" name=""/>
        <dsp:cNvSpPr/>
      </dsp:nvSpPr>
      <dsp:spPr>
        <a:xfrm>
          <a:off x="0" y="413816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Critical in healthcare, IT, aviation</a:t>
          </a:r>
        </a:p>
      </dsp:txBody>
      <dsp:txXfrm>
        <a:off x="62141" y="4200301"/>
        <a:ext cx="4875842" cy="1148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1ECA0-4182-4122-B229-077BF5F6CF3F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1. Blame Culture</a:t>
          </a:r>
        </a:p>
      </dsp:txBody>
      <dsp:txXfrm>
        <a:off x="2574876" y="53310"/>
        <a:ext cx="2736946" cy="945199"/>
      </dsp:txXfrm>
    </dsp:sp>
    <dsp:sp modelId="{856BE9CA-A269-4C10-8C77-DC4B3627A826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2. Leadership Resistance</a:t>
          </a:r>
        </a:p>
      </dsp:txBody>
      <dsp:txXfrm>
        <a:off x="2574876" y="1153149"/>
        <a:ext cx="2736946" cy="945199"/>
      </dsp:txXfrm>
    </dsp:sp>
    <dsp:sp modelId="{98195360-AB5C-4109-A2E0-11E885FF2E01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3. Lack of Training</a:t>
          </a:r>
        </a:p>
      </dsp:txBody>
      <dsp:txXfrm>
        <a:off x="2574876" y="2252988"/>
        <a:ext cx="2736946" cy="945199"/>
      </dsp:txXfrm>
    </dsp:sp>
    <dsp:sp modelId="{F45A912F-E0AD-40E4-8691-226755F21529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4. Fear of Legal Exposure</a:t>
          </a:r>
        </a:p>
      </dsp:txBody>
      <dsp:txXfrm>
        <a:off x="2574876" y="3352827"/>
        <a:ext cx="2736946" cy="9451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D57EE-D5EF-4CFD-ACEC-EACB7982C846}">
      <dsp:nvSpPr>
        <dsp:cNvPr id="0" name=""/>
        <dsp:cNvSpPr/>
      </dsp:nvSpPr>
      <dsp:spPr>
        <a:xfrm>
          <a:off x="0" y="84068"/>
          <a:ext cx="7886700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Hierarchy and power dynamics</a:t>
          </a:r>
        </a:p>
      </dsp:txBody>
      <dsp:txXfrm>
        <a:off x="46834" y="130902"/>
        <a:ext cx="7793032" cy="865732"/>
      </dsp:txXfrm>
    </dsp:sp>
    <dsp:sp modelId="{6389EB40-2E66-4236-B7F0-58145F62C2AC}">
      <dsp:nvSpPr>
        <dsp:cNvPr id="0" name=""/>
        <dsp:cNvSpPr/>
      </dsp:nvSpPr>
      <dsp:spPr>
        <a:xfrm>
          <a:off x="0" y="1158668"/>
          <a:ext cx="7886700" cy="959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Inconsistent department practices</a:t>
          </a:r>
        </a:p>
      </dsp:txBody>
      <dsp:txXfrm>
        <a:off x="46834" y="1205502"/>
        <a:ext cx="7793032" cy="865732"/>
      </dsp:txXfrm>
    </dsp:sp>
    <dsp:sp modelId="{9DE26B31-9074-4F9B-AE82-B70561567BF8}">
      <dsp:nvSpPr>
        <dsp:cNvPr id="0" name=""/>
        <dsp:cNvSpPr/>
      </dsp:nvSpPr>
      <dsp:spPr>
        <a:xfrm>
          <a:off x="0" y="2233269"/>
          <a:ext cx="7886700" cy="959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Inadequate reporting systems</a:t>
          </a:r>
        </a:p>
      </dsp:txBody>
      <dsp:txXfrm>
        <a:off x="46834" y="2280103"/>
        <a:ext cx="7793032" cy="865732"/>
      </dsp:txXfrm>
    </dsp:sp>
    <dsp:sp modelId="{3B9953B9-B3D0-4C13-B10E-9189BF5EE6C8}">
      <dsp:nvSpPr>
        <dsp:cNvPr id="0" name=""/>
        <dsp:cNvSpPr/>
      </dsp:nvSpPr>
      <dsp:spPr>
        <a:xfrm>
          <a:off x="0" y="3307869"/>
          <a:ext cx="7886700" cy="959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Time and resource limitations</a:t>
          </a:r>
        </a:p>
      </dsp:txBody>
      <dsp:txXfrm>
        <a:off x="46834" y="3354703"/>
        <a:ext cx="7793032" cy="8657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C956B-6E01-410B-9DCB-B74C2673476D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Fear of retaliation</a:t>
          </a:r>
        </a:p>
      </dsp:txBody>
      <dsp:txXfrm>
        <a:off x="429570" y="472"/>
        <a:ext cx="3346456" cy="2007873"/>
      </dsp:txXfrm>
    </dsp:sp>
    <dsp:sp modelId="{EBBB90B8-10FD-4F08-ABD3-4AC5ACAC4168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Lack of team trust</a:t>
          </a:r>
        </a:p>
      </dsp:txBody>
      <dsp:txXfrm>
        <a:off x="4110672" y="472"/>
        <a:ext cx="3346456" cy="2007873"/>
      </dsp:txXfrm>
    </dsp:sp>
    <dsp:sp modelId="{2741FA02-7F4B-41BF-A871-C9EC5930E863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Unfair investigation perceptions</a:t>
          </a:r>
        </a:p>
      </dsp:txBody>
      <dsp:txXfrm>
        <a:off x="429570" y="2342991"/>
        <a:ext cx="3346456" cy="2007873"/>
      </dsp:txXfrm>
    </dsp:sp>
    <dsp:sp modelId="{7A0E579B-ED1F-497B-BA62-9B4F61F8EF63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Peer pressure and stigma</a:t>
          </a:r>
        </a:p>
      </dsp:txBody>
      <dsp:txXfrm>
        <a:off x="4110672" y="2342991"/>
        <a:ext cx="3346456" cy="20078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A7096-87E4-4F7E-BA9E-F71305E39696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2E6C4-DBDC-4759-B307-241DCF544948}">
      <dsp:nvSpPr>
        <dsp:cNvPr id="0" name=""/>
        <dsp:cNvSpPr/>
      </dsp:nvSpPr>
      <dsp:spPr>
        <a:xfrm>
          <a:off x="0" y="0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Ineffective error reporting tools</a:t>
          </a:r>
        </a:p>
      </dsp:txBody>
      <dsp:txXfrm>
        <a:off x="0" y="0"/>
        <a:ext cx="3993357" cy="979884"/>
      </dsp:txXfrm>
    </dsp:sp>
    <dsp:sp modelId="{9E2CE0A9-53C9-4A0C-B29A-741983D7FFA9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92451-137C-4EC9-B515-26C39E9BE0B2}">
      <dsp:nvSpPr>
        <dsp:cNvPr id="0" name=""/>
        <dsp:cNvSpPr/>
      </dsp:nvSpPr>
      <dsp:spPr>
        <a:xfrm>
          <a:off x="0" y="979884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Feedback loops missing</a:t>
          </a:r>
        </a:p>
      </dsp:txBody>
      <dsp:txXfrm>
        <a:off x="0" y="979884"/>
        <a:ext cx="3993357" cy="979884"/>
      </dsp:txXfrm>
    </dsp:sp>
    <dsp:sp modelId="{AC6C3268-D682-4138-8291-A6FE4479E87B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F8209-50EF-4783-B375-C607C67FAD76}">
      <dsp:nvSpPr>
        <dsp:cNvPr id="0" name=""/>
        <dsp:cNvSpPr/>
      </dsp:nvSpPr>
      <dsp:spPr>
        <a:xfrm>
          <a:off x="0" y="1959768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Data not utilized for learning</a:t>
          </a:r>
        </a:p>
      </dsp:txBody>
      <dsp:txXfrm>
        <a:off x="0" y="1959768"/>
        <a:ext cx="3993357" cy="979884"/>
      </dsp:txXfrm>
    </dsp:sp>
    <dsp:sp modelId="{5D0985FC-3DAA-4E03-A727-E7BADE261789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67A82-3115-4110-BD97-80C7F373F3E5}">
      <dsp:nvSpPr>
        <dsp:cNvPr id="0" name=""/>
        <dsp:cNvSpPr/>
      </dsp:nvSpPr>
      <dsp:spPr>
        <a:xfrm>
          <a:off x="0" y="2939653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Complicated compliance rules</a:t>
          </a:r>
        </a:p>
      </dsp:txBody>
      <dsp:txXfrm>
        <a:off x="0" y="2939653"/>
        <a:ext cx="3993357" cy="9798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9D94E-BA4E-4EBA-8834-B54DC3FA9153}">
      <dsp:nvSpPr>
        <dsp:cNvPr id="0" name=""/>
        <dsp:cNvSpPr/>
      </dsp:nvSpPr>
      <dsp:spPr>
        <a:xfrm>
          <a:off x="0" y="218479"/>
          <a:ext cx="2536031" cy="15216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Leadership buy-in</a:t>
          </a:r>
        </a:p>
      </dsp:txBody>
      <dsp:txXfrm>
        <a:off x="0" y="218479"/>
        <a:ext cx="2536031" cy="1521618"/>
      </dsp:txXfrm>
    </dsp:sp>
    <dsp:sp modelId="{B22A85A5-1C6B-4767-98CD-7BCF190C9D6F}">
      <dsp:nvSpPr>
        <dsp:cNvPr id="0" name=""/>
        <dsp:cNvSpPr/>
      </dsp:nvSpPr>
      <dsp:spPr>
        <a:xfrm>
          <a:off x="2789634" y="218479"/>
          <a:ext cx="2536031" cy="15216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Transparent communication</a:t>
          </a:r>
        </a:p>
      </dsp:txBody>
      <dsp:txXfrm>
        <a:off x="2789634" y="218479"/>
        <a:ext cx="2536031" cy="1521618"/>
      </dsp:txXfrm>
    </dsp:sp>
    <dsp:sp modelId="{FBD90DE6-8341-4114-AEEF-D0CD696367DC}">
      <dsp:nvSpPr>
        <dsp:cNvPr id="0" name=""/>
        <dsp:cNvSpPr/>
      </dsp:nvSpPr>
      <dsp:spPr>
        <a:xfrm>
          <a:off x="5579268" y="218479"/>
          <a:ext cx="2536031" cy="15216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Fair investigation process</a:t>
          </a:r>
        </a:p>
      </dsp:txBody>
      <dsp:txXfrm>
        <a:off x="5579268" y="218479"/>
        <a:ext cx="2536031" cy="1521618"/>
      </dsp:txXfrm>
    </dsp:sp>
    <dsp:sp modelId="{0E54C054-B30C-469F-BF24-ECDE016A3E63}">
      <dsp:nvSpPr>
        <dsp:cNvPr id="0" name=""/>
        <dsp:cNvSpPr/>
      </dsp:nvSpPr>
      <dsp:spPr>
        <a:xfrm>
          <a:off x="1394817" y="1993701"/>
          <a:ext cx="2536031" cy="15216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Training and empowerment</a:t>
          </a:r>
        </a:p>
      </dsp:txBody>
      <dsp:txXfrm>
        <a:off x="1394817" y="1993701"/>
        <a:ext cx="2536031" cy="1521618"/>
      </dsp:txXfrm>
    </dsp:sp>
    <dsp:sp modelId="{F2F57D9C-2044-4971-AEE0-2F66DE16F4B6}">
      <dsp:nvSpPr>
        <dsp:cNvPr id="0" name=""/>
        <dsp:cNvSpPr/>
      </dsp:nvSpPr>
      <dsp:spPr>
        <a:xfrm>
          <a:off x="4184451" y="1993701"/>
          <a:ext cx="2536031" cy="152161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Invest in tools and systems</a:t>
          </a:r>
        </a:p>
      </dsp:txBody>
      <dsp:txXfrm>
        <a:off x="4184451" y="1993701"/>
        <a:ext cx="2536031" cy="15216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954CD-6366-4258-B459-E03500BE52D9}">
      <dsp:nvSpPr>
        <dsp:cNvPr id="0" name=""/>
        <dsp:cNvSpPr/>
      </dsp:nvSpPr>
      <dsp:spPr>
        <a:xfrm>
          <a:off x="0" y="12862"/>
          <a:ext cx="5000124" cy="176139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1"/>
            </a:rPr>
            <a:t>Boysen, P. G. (2013). Just culture: A foundation for balanced accountability and patient safety. </a:t>
          </a:r>
          <a:endParaRPr lang="en-US" sz="2500" kern="1200"/>
        </a:p>
      </dsp:txBody>
      <dsp:txXfrm>
        <a:off x="85984" y="98846"/>
        <a:ext cx="4828156" cy="1589430"/>
      </dsp:txXfrm>
    </dsp:sp>
    <dsp:sp modelId="{3B7CFFD4-D4BE-4D1E-965A-B2F6E30B3A52}">
      <dsp:nvSpPr>
        <dsp:cNvPr id="0" name=""/>
        <dsp:cNvSpPr/>
      </dsp:nvSpPr>
      <dsp:spPr>
        <a:xfrm>
          <a:off x="0" y="1846260"/>
          <a:ext cx="5000124" cy="1761398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2"/>
            </a:rPr>
            <a:t>Institute for Healthcare Improvement (IHI). (2022). Framework for Safe, Reliable, and Effective Care. </a:t>
          </a:r>
          <a:endParaRPr lang="en-US" sz="2500" kern="1200"/>
        </a:p>
      </dsp:txBody>
      <dsp:txXfrm>
        <a:off x="85984" y="1932244"/>
        <a:ext cx="4828156" cy="1589430"/>
      </dsp:txXfrm>
    </dsp:sp>
    <dsp:sp modelId="{18B4F01E-1A37-4F54-9342-D2B3F8508EE0}">
      <dsp:nvSpPr>
        <dsp:cNvPr id="0" name=""/>
        <dsp:cNvSpPr/>
      </dsp:nvSpPr>
      <dsp:spPr>
        <a:xfrm>
          <a:off x="0" y="3679659"/>
          <a:ext cx="5000124" cy="1761398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3"/>
            </a:rPr>
            <a:t>O’Donovan, R., De Brún, A., &amp; McAuliffe, E. (2019). Measuring psychological safety in healthcare teams. </a:t>
          </a:r>
          <a:endParaRPr lang="en-US" sz="2500" kern="1200"/>
        </a:p>
      </dsp:txBody>
      <dsp:txXfrm>
        <a:off x="85984" y="3765643"/>
        <a:ext cx="4828156" cy="1589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5800"/>
              <a:t>Barriers to Implementing a Just, Learning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r>
              <a:rPr lang="en-US" sz="3000"/>
              <a:t>Amit Rizal | CSD-380 Module 9 Assignment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D8C894-A521-FD0C-5A8F-3667871458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1" r="1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What is a Just Culture?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20E159-38A1-F0A8-4781-8A4564EE7B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31500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Why Just Culture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7585DF-E70A-9093-5610-86BFF3404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236659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4B8CDF-3344-7EAF-FC2E-0AEC2FE033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Barriers to Implementation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129EF9-E555-F9E2-F502-8A3B2DB24E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66106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D24BA6-A7F6-69BB-B1B0-4F95C6E514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Organizational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61A258-D583-3E73-38C5-A0FE1C9DE9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20541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EB43BA-5182-CBD9-B47A-E082CDE4BB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Psychological and Social Barriers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620CCA-08B0-2148-1A45-7C860DD76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54095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Technology and Systems Barriers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4B7072-6E91-7400-7117-BAF91B3581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91" r="30652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D1A001-85A3-E8EF-51E0-C0DD26DE0D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782454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Strategies to Overcome Barriers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3F589F-DCE9-22AE-7A3D-57184C5F0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768381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19011" y="535412"/>
            <a:ext cx="8249304" cy="46350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/>
            </a:pPr>
            <a:r>
              <a:rPr lang="en-US" sz="6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Barriers to a Just Culture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5514052"/>
            <a:ext cx="6858000" cy="6519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defRPr sz="1400"/>
            </a:pP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</a:t>
            </a:r>
            <a:b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Fear, stigma, blame culture</a:t>
            </a:r>
            <a:endParaRPr lang="en-US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3429000"/>
            <a:ext cx="3064042" cy="15823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400"/>
            </a:pPr>
            <a:r>
              <a:rPr lang="en-US" sz="1600" b="1" dirty="0"/>
              <a:t>Organizational</a:t>
            </a:r>
            <a:br>
              <a:rPr lang="en-US" sz="1600" b="1" dirty="0"/>
            </a:br>
            <a:r>
              <a:rPr lang="en-US" sz="1600" b="1" dirty="0"/>
              <a:t>Leadership, hierarchy, silos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24926" y="3429000"/>
            <a:ext cx="3299747" cy="158239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400"/>
            </a:pPr>
            <a:r>
              <a:rPr lang="en-US" sz="1600" b="1" dirty="0"/>
              <a:t>Technical</a:t>
            </a:r>
            <a:br>
              <a:rPr lang="en-US" sz="1600" b="1" dirty="0"/>
            </a:br>
            <a:r>
              <a:rPr lang="en-US" sz="1600" b="1" dirty="0"/>
              <a:t>Poor tools, data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References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9129213B-B094-69ED-0EC5-29DD8270F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40382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278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Barriers to Implementing a Just, Learning Culture</vt:lpstr>
      <vt:lpstr>What is a Just Culture?</vt:lpstr>
      <vt:lpstr>Why Just Culture Matters</vt:lpstr>
      <vt:lpstr>Barriers to Implementation</vt:lpstr>
      <vt:lpstr>Organizational Challenges</vt:lpstr>
      <vt:lpstr>Psychological and Social Barriers</vt:lpstr>
      <vt:lpstr>Technology and Systems Barriers</vt:lpstr>
      <vt:lpstr>Strategies to Overcome Barriers</vt:lpstr>
      <vt:lpstr>PowerPoint Presentation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Amit Rizal</dc:creator>
  <cp:keywords/>
  <dc:description>generated using python-pptx</dc:description>
  <cp:lastModifiedBy>Amit Rizal</cp:lastModifiedBy>
  <cp:revision>3</cp:revision>
  <dcterms:created xsi:type="dcterms:W3CDTF">2013-01-27T09:14:16Z</dcterms:created>
  <dcterms:modified xsi:type="dcterms:W3CDTF">2025-07-13T22:56:53Z</dcterms:modified>
  <cp:category/>
</cp:coreProperties>
</file>